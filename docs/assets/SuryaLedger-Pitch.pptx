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7bd426189446d0" /><Relationship Type="http://schemas.openxmlformats.org/officeDocument/2006/relationships/extended-properties" Target="/docProps/app.xml" Id="R91cdec2bbfe14860" /><Relationship Type="http://schemas.openxmlformats.org/officeDocument/2006/relationships/officeDocument" Target="/ppt/presentation.xml" Id="R6c8c9f7bc2a94c2d" /></Relationships>
</file>

<file path=ppt/presentation.xml><?xml version="1.0" encoding="utf-8"?>
<p:presentation xmlns:p="http://schemas.openxmlformats.org/presentationml/2006/main">
  <p:sldMasterIdLst>
    <p:sldMasterId xmlns:r="http://schemas.openxmlformats.org/officeDocument/2006/relationships" id="2147483648" r:id="Rf4ee20c5faa54185"/>
  </p:sldMasterIdLst>
  <p:notesMasterIdLst>
    <p:notesMasterId xmlns:r="http://schemas.openxmlformats.org/officeDocument/2006/relationships" r:id="R17a7868fb96740c5"/>
  </p:notesMasterIdLst>
  <p:sldIdLst>
    <p:sldId xmlns:r="http://schemas.openxmlformats.org/officeDocument/2006/relationships" id="256" r:id="Ra691cd838aa845b8"/>
    <p:sldId xmlns:r="http://schemas.openxmlformats.org/officeDocument/2006/relationships" id="257" r:id="R03f2378b6cd741b4"/>
    <p:sldId xmlns:r="http://schemas.openxmlformats.org/officeDocument/2006/relationships" id="258" r:id="R5f0a45c328b9445e"/>
    <p:sldId xmlns:r="http://schemas.openxmlformats.org/officeDocument/2006/relationships" id="259" r:id="R306c87d59bd44b60"/>
    <p:sldId xmlns:r="http://schemas.openxmlformats.org/officeDocument/2006/relationships" id="260" r:id="Rf2bb334fd9a04bfa"/>
    <p:sldId xmlns:r="http://schemas.openxmlformats.org/officeDocument/2006/relationships" id="261" r:id="R5d05a64111834ddc"/>
    <p:sldId xmlns:r="http://schemas.openxmlformats.org/officeDocument/2006/relationships" id="262" r:id="R1351e81065b64a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fd84e54b3449af" /><Relationship Type="http://schemas.openxmlformats.org/officeDocument/2006/relationships/slideMaster" Target="/ppt/slideMasters/slideMaster1.xml" Id="Rf4ee20c5faa54185" /><Relationship Type="http://schemas.openxmlformats.org/officeDocument/2006/relationships/notesMaster" Target="/ppt/notesMasters/notesMaster1.xml" Id="R17a7868fb96740c5" /><Relationship Type="http://schemas.openxmlformats.org/officeDocument/2006/relationships/presProps" Target="/ppt/presProps.xml" Id="R198e11036d0243f8" /><Relationship Type="http://schemas.openxmlformats.org/officeDocument/2006/relationships/tableStyles" Target="/ppt/tableStyles.xml" Id="Rd1d34295f34945dc" /><Relationship Type="http://schemas.openxmlformats.org/officeDocument/2006/relationships/slide" Target="/ppt/slides/slide1.xml" Id="Ra691cd838aa845b8" /><Relationship Type="http://schemas.openxmlformats.org/officeDocument/2006/relationships/slide" Target="/ppt/slides/slide2.xml" Id="R03f2378b6cd741b4" /><Relationship Type="http://schemas.openxmlformats.org/officeDocument/2006/relationships/slide" Target="/ppt/slides/slide3.xml" Id="R5f0a45c328b9445e" /><Relationship Type="http://schemas.openxmlformats.org/officeDocument/2006/relationships/slide" Target="/ppt/slides/slide4.xml" Id="R306c87d59bd44b60" /><Relationship Type="http://schemas.openxmlformats.org/officeDocument/2006/relationships/slide" Target="/ppt/slides/slide5.xml" Id="Rf2bb334fd9a04bfa" /><Relationship Type="http://schemas.openxmlformats.org/officeDocument/2006/relationships/slide" Target="/ppt/slides/slide6.xml" Id="R5d05a64111834ddc" /><Relationship Type="http://schemas.openxmlformats.org/officeDocument/2006/relationships/slide" Target="/ppt/slides/slide7.xml" Id="R1351e81065b64a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91c251b4e44f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70597add9f4c13" /><Relationship Type="http://schemas.openxmlformats.org/officeDocument/2006/relationships/notesMaster" Target="/ppt/notesMasters/notesMaster1.xml" Id="R5eb5ec44ccc04a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5696562a884699" /><Relationship Type="http://schemas.openxmlformats.org/officeDocument/2006/relationships/notesMaster" Target="/ppt/notesMasters/notesMaster1.xml" Id="R82ef5963cb9f47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080527fcdb4fee" /><Relationship Type="http://schemas.openxmlformats.org/officeDocument/2006/relationships/notesMaster" Target="/ppt/notesMasters/notesMaster1.xml" Id="R89762b79eed848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a0f0b1ff704793" /><Relationship Type="http://schemas.openxmlformats.org/officeDocument/2006/relationships/notesMaster" Target="/ppt/notesMasters/notesMaster1.xml" Id="R2e4e388cb56c41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4ba1fd7f664e1b" /><Relationship Type="http://schemas.openxmlformats.org/officeDocument/2006/relationships/notesMaster" Target="/ppt/notesMasters/notesMaster1.xml" Id="Ra1bfa765016440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6df355811340ed" /><Relationship Type="http://schemas.openxmlformats.org/officeDocument/2006/relationships/notesMaster" Target="/ppt/notesMasters/notesMaster1.xml" Id="R2a28439605a54b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4b957a140f4803" /><Relationship Type="http://schemas.openxmlformats.org/officeDocument/2006/relationships/notesMaster" Target="/ppt/notesMasters/notesMaster1.xml" Id="Rd4bf68a27b8b44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 M PRADHYUT is the solo founder of SuryaLedger. SuryaLedger helps rooftop-solar service teams turn a technician's handover into an inspectable service record. The demo is a working local prototype with synthetic data. Account-backed Bolna WebRTC connections and report-tool callbacks have been observed. A complete spoken six-field handover remains unverified. The two synthetic Windows-TTS caller runs ended with 1/6 and 3/6 fields captured. The second report remained held after ASR errors and omitted utterances. Neither run used a customer or a physical microphone. Source code and screenshot: https://github.com/Pradhyut21/suryaledger. Screenshot contains synthetic visit data. We claim no customer adoption, savings, field accuracy, electrical safety verification or guaranteed competition 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initial buyer hypothesis is a small installer maintaining distributed residential systems. Delhi's official solar portal describes five years of vendor operations and maintenance under PM Surya Ghar. This creates workflow context, but it does not measure reporting failures or validate demand. Interviews must establish whether incomplete handovers create meaningful extra work. Source: https://solar.delhi.gov.in/page/operation-and-maintenance-procedure (accessed 21 Oct 2026). Evidence requirements reflect the implemented prototype, not a universal legal or electrical-safety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replay starts with a missing post-repair test. The statement "I have not tested it yet" leaves the observation incomplete. A later measured output of 4.2 kW supplies the required value and unit. Each supported field opens the exact submitted source quote. A claimed inverter replacement followed by a denial holds the action until an explicit supported correction resolves it. Human review remains a separate local confirmation, not authenticated proof of a supervisor's identity. Source and demo: https://github.com/Pradhyut21/suryaledger#the-demo-in-one-minute . Actual screenshot: docs/assets/report-ready.png, synthetic visit. The missing-test example is a textual explanation, not a reconstructed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domain engine is a deterministic baseline. Typed input, replay and optional browser dictation feed it. Supported fields carry exact source spans, missing/conflicting state and a next question. A human reviews the result before JSON or print export. Bolna supplies the optional conversational speech layer through an official browser SDK session and a report tool. The account API key stays server-side. Account-backed WebRTC connections and report-tool callbacks have been observed using synthetic TTS callers through a test MediaStream. A complete six-field voice handover remains unverified. The second run captured 3/6 fields and held an assigned-site mismatch after ASR dropped a letter. Do not infer speech accuracy or reliable completion from the connection check. In live mode, provenance is to tool-submitted text, not independently verified recording content. The tested callback uses a temporary protected tunnel and needs a stable deployment for production. Sources: https://github.com/Pradhyut21/suryaledger#architecture ; https://github.com/Pradhyut21/suryaledger/blob/main/docs/LIVE-VALIDATION.md ; https://github.com/bolna-ai/web-call ; https://www.bolna.ai/docs/tool-calling/custom-function-schema . Checked 22 Oct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 service reporting already exists. Settle advertises discrepancy flags and missing-field blocking. We have not tested these competitors and do not claim they lack our behavior. Our proposed entry point is an inspectable rooftop-solar closeout workflow. It must improve the buyer's current process or fit into it. No zero-competition or feature-exclusivity claim. Primary sources: https://settlewithai.com/agents/service-report-writer ; https://help.getmaintainx.com/complete-a-work-order-with-maintainx-assist ; https://www.sensehawk.com/solar . All accessed 21 Oct 2026. Detailed landscape: https://github.com/Pradhyut21/suryaledger/blob/main/docs/RESEARCH.md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Node suite passes 58 of 58 tests. The public synthetic evaluation passes 25 of 25 authored cases. Twelve browser workflow checks pass in Chrome on tested desktop and mobile-sized layouts, not twelve different browser products. These counts have separate denominators and should never be pooled into an accuracy claim. Fixtures are finite and known to the implementation. They do not establish held-out speech accuracy, customer savings, real Bolna integration quality or arbitrary-language reliability. Real Bolna connections and report callbacks have been observed, while complete spoken six-field handover reliability remains unverified. No customer pilot has occurred. Sources: https://github.com/Pradhyut21/suryaledger/blob/main/docs/VERIFICATION.md ; https://github.com/Pradhyut21/suryaledger/blob/main/evals/results.json ; https://github.com/Pradhyut21/suryaledger/blob/main/docs/browser-qa.json ; https://github.com/Pradhyut21/suryaledger/blob/main/docs/LIVE-VALIDATION.md . Verified 22 Oct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ask is one installer and one supervisor evaluating ten consented handovers against their current process and a plain transcript summary. Measure time to complete a usable record, supervisor corrections, missing-field recall and false-ready records. The proposed ₹3,000 team subscription plus usage is an interview hypothesis, not validated willingness to pay or a provider tariff. If voice adds effort or an existing tool already solves the problem, revise the workflow. Source: https://github.com/Pradhyut21/suryaledger/blob/main/docs/RESEARCH.md . Code and replay: https://github.com/Pradhyut21/suryaledger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92d26f816348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f8081c3c8c64f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dc6e12476c40f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7d99388a3da4b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e574c6eb3b484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4b90a6854f94b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0B545F-4E4A-4CFA-8079-9697811507F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671B850-3B0F-4CE0-9CDA-0639CF48941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BCA5301-9728-40A9-8589-D776858419E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A3A0BF-152F-4443-9B81-8C8AFEFA2D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F77028-327B-4CF4-99AF-8EC656A44A4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AC00D52-8A85-4E38-9A22-DF66C93816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6F056F-C292-4887-93B7-E311EBF32D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79E0C6-914C-4B1C-A79F-6C56D32241E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176EBE-64B1-4795-B4D5-7B7C231BD5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549313-F294-45DB-84AD-E8DFD5C7BD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db931d165343ac" /><Relationship Type="http://schemas.openxmlformats.org/officeDocument/2006/relationships/slideLayout" Target="/ppt/slideLayouts/slideLayout1.xml" Id="R297df47168e54811" /><Relationship Type="http://schemas.openxmlformats.org/officeDocument/2006/relationships/slideLayout" Target="/ppt/slideLayouts/slideLayout2.xml" Id="R9411ec4669634da0" /><Relationship Type="http://schemas.openxmlformats.org/officeDocument/2006/relationships/slideLayout" Target="/ppt/slideLayouts/slideLayout3.xml" Id="Rc6c1b4b10b654ae2" /><Relationship Type="http://schemas.openxmlformats.org/officeDocument/2006/relationships/slideLayout" Target="/ppt/slideLayouts/slideLayout4.xml" Id="R05af7b7a39ce489a" /><Relationship Type="http://schemas.openxmlformats.org/officeDocument/2006/relationships/slideLayout" Target="/ppt/slideLayouts/slideLayout5.xml" Id="Re02b2ee39d2d4b3e" /><Relationship Type="http://schemas.openxmlformats.org/officeDocument/2006/relationships/slideLayout" Target="/ppt/slideLayouts/slideLayout6.xml" Id="R03dfec9dab6a4c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7df47168e54811"/>
    <p:sldLayoutId xmlns:r="http://schemas.openxmlformats.org/officeDocument/2006/relationships" id="2147483650" r:id="R9411ec4669634da0"/>
    <p:sldLayoutId xmlns:r="http://schemas.openxmlformats.org/officeDocument/2006/relationships" id="2147483651" r:id="Rc6c1b4b10b654ae2"/>
    <p:sldLayoutId xmlns:r="http://schemas.openxmlformats.org/officeDocument/2006/relationships" id="2147483652" r:id="R05af7b7a39ce489a"/>
    <p:sldLayoutId xmlns:r="http://schemas.openxmlformats.org/officeDocument/2006/relationships" id="2147483653" r:id="Re02b2ee39d2d4b3e"/>
    <p:sldLayoutId xmlns:r="http://schemas.openxmlformats.org/officeDocument/2006/relationships" id="2147483654" r:id="R03dfec9dab6a4c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13f42254d74671" /><Relationship Type="http://schemas.openxmlformats.org/officeDocument/2006/relationships/image" Target="/ppt/media/image.png" Id="Rb54074835e4643e8" /><Relationship Type="http://schemas.openxmlformats.org/officeDocument/2006/relationships/notesSlide" Target="/ppt/notesSlides/notesSlide1.xml" Id="R529a972ad89a49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59d886d85ab4f23" /><Relationship Type="http://schemas.openxmlformats.org/officeDocument/2006/relationships/notesSlide" Target="/ppt/notesSlides/notesSlide2.xml" Id="R0249e402707543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a6aedd9741d4ac3" /><Relationship Type="http://schemas.openxmlformats.org/officeDocument/2006/relationships/image" Target="/ppt/media/image2.png" Id="Radaa9d096e07408c" /><Relationship Type="http://schemas.openxmlformats.org/officeDocument/2006/relationships/notesSlide" Target="/ppt/notesSlides/notesSlide3.xml" Id="R093ca307194a41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7766b8875124cac" /><Relationship Type="http://schemas.openxmlformats.org/officeDocument/2006/relationships/notesSlide" Target="/ppt/notesSlides/notesSlide4.xml" Id="Rb4a4c2a4ad1e46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95b8e51e12d420a" /><Relationship Type="http://schemas.openxmlformats.org/officeDocument/2006/relationships/notesSlide" Target="/ppt/notesSlides/notesSlide5.xml" Id="Raf27025fcd094f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37cfe3c93304ea2" /><Relationship Type="http://schemas.openxmlformats.org/officeDocument/2006/relationships/notesSlide" Target="/ppt/notesSlides/notesSlide6.xml" Id="R99c7b74ec70949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6f7e2d9d4f14c9c" /><Relationship Type="http://schemas.openxmlformats.org/officeDocument/2006/relationships/notesSlide" Target="/ppt/notesSlides/notesSlide7.xml" Id="R0b0a36231eed4a3e" /></Relationships>
</file>

<file path=ppt/slides/slide1.xml><?xml version="1.0" encoding="utf-8"?>
<p:sld xmlns:p="http://schemas.openxmlformats.org/presentationml/2006/main">
  <p:cSld>
    <p:bg>
      <p:bgPr>
        <a:solidFill xmlns:a="http://schemas.openxmlformats.org/drawingml/2006/main">
          <a:srgbClr val="183D31"/>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D00A26CB-A39A-4908-B045-466D7FE0AFE7}"/>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075" b="1">
                <a:solidFill>
                  <a:srgbClr val="D5EF86"/>
                </a:solidFill>
                <a:latin typeface="Manrope"/>
                <a:ea typeface="Manrope"/>
                <a:cs typeface="Manrope"/>
              </a:defRPr>
            </a:defPPr>
            <a:lvl1pPr>
              <a:defRPr sz="6075" b="1">
                <a:solidFill>
                  <a:srgbClr val="D5EF86"/>
                </a:solidFill>
                <a:latin typeface="Manrope"/>
                <a:ea typeface="Manrope"/>
                <a:cs typeface="Manrope"/>
              </a:defRPr>
            </a:lvl1pPr>
            <a:lvl2pPr>
              <a:defRPr sz="6075" b="1">
                <a:solidFill>
                  <a:srgbClr val="D5EF86"/>
                </a:solidFill>
                <a:latin typeface="Manrope"/>
                <a:ea typeface="Manrope"/>
                <a:cs typeface="Manrope"/>
              </a:defRPr>
            </a:lvl2pPr>
            <a:lvl3pPr>
              <a:defRPr sz="6075" b="1">
                <a:solidFill>
                  <a:srgbClr val="D5EF86"/>
                </a:solidFill>
                <a:latin typeface="Manrope"/>
                <a:ea typeface="Manrope"/>
                <a:cs typeface="Manrope"/>
              </a:defRPr>
            </a:lvl3pPr>
            <a:lvl4pPr>
              <a:defRPr sz="6075" b="1">
                <a:solidFill>
                  <a:srgbClr val="D5EF86"/>
                </a:solidFill>
                <a:latin typeface="Manrope"/>
                <a:ea typeface="Manrope"/>
                <a:cs typeface="Manrope"/>
              </a:defRPr>
            </a:lvl4pPr>
            <a:lvl5pPr>
              <a:defRPr sz="6075" b="1">
                <a:solidFill>
                  <a:srgbClr val="D5EF86"/>
                </a:solidFill>
                <a:latin typeface="Manrope"/>
                <a:ea typeface="Manrope"/>
                <a:cs typeface="Manrope"/>
              </a:defRPr>
            </a:lvl5pPr>
            <a:lvl6pPr>
              <a:defRPr sz="6075" b="1">
                <a:solidFill>
                  <a:srgbClr val="D5EF86"/>
                </a:solidFill>
                <a:latin typeface="Manrope"/>
                <a:ea typeface="Manrope"/>
                <a:cs typeface="Manrope"/>
              </a:defRPr>
            </a:lvl6pPr>
            <a:lvl7pPr>
              <a:defRPr sz="6075" b="1">
                <a:solidFill>
                  <a:srgbClr val="D5EF86"/>
                </a:solidFill>
                <a:latin typeface="Manrope"/>
                <a:ea typeface="Manrope"/>
                <a:cs typeface="Manrope"/>
              </a:defRPr>
            </a:lvl7pPr>
            <a:lvl8pPr>
              <a:defRPr sz="6075" b="1">
                <a:solidFill>
                  <a:srgbClr val="D5EF86"/>
                </a:solidFill>
                <a:latin typeface="Manrope"/>
                <a:ea typeface="Manrope"/>
                <a:cs typeface="Manrope"/>
              </a:defRPr>
            </a:lvl8pPr>
            <a:lvl9pPr>
              <a:defRPr sz="6075" b="1">
                <a:solidFill>
                  <a:srgbClr val="D5EF86"/>
                </a:solidFill>
                <a:latin typeface="Manrope"/>
                <a:ea typeface="Manrope"/>
                <a:cs typeface="Manrope"/>
              </a:defRPr>
            </a:lvl9pPr>
          </a:lstStyle>
          <a:p xmlns:a="http://schemas.openxmlformats.org/drawingml/2006/main">
            <a:pPr>
              <a:defRPr sz="6075" b="1">
                <a:solidFill>
                  <a:srgbClr val="D5EF86"/>
                </a:solidFill>
                <a:latin typeface="Manrope"/>
                <a:ea typeface="Manrope"/>
                <a:cs typeface="Manrope"/>
              </a:defRPr>
            </a:pPr>
            <a:r>
              <a:rPr sz="6075" b="1">
                <a:solidFill>
                  <a:srgbClr val="D5EF86"/>
                </a:solidFill>
                <a:latin typeface="Manrope"/>
                <a:ea typeface="Manrope"/>
                <a:cs typeface="Manrope"/>
              </a:rPr>
              <a:t>SuryaLedger</a:t>
            </a:r>
          </a:p>
        </p:txBody>
      </p:sp>
      <p:sp>
        <p:nvSpPr>
          <p:cNvPr id="2" name="text-2">
            <a:extLst xmlns:a="http://schemas.openxmlformats.org/drawingml/2006/main">
              <a:ext uri="{FF2B5EF4-FFF2-40B4-BE49-F238E27FC236}">
                <a16:creationId xmlns:a16="http://schemas.microsoft.com/office/drawing/2014/main" id="{D4BB8806-C485-42E9-B600-45E5C4A5BEB2}"/>
              </a:ext>
            </a:extLst>
          </p:cNvPr>
          <p:cNvSpPr>
            <a:spLocks xmlns:a="http://schemas.openxmlformats.org/drawingml/2006/main" noGrp="1"/>
          </p:cNvSpPr>
          <p:nvPr/>
        </p:nvSpPr>
        <p:spPr>
          <a:xfrm xmlns:a="http://schemas.openxmlformats.org/drawingml/2006/main">
            <a:off x="647700" y="1819275"/>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0">
                <a:solidFill>
                  <a:srgbClr val="FFFFFF"/>
                </a:solidFill>
                <a:latin typeface="Manrope"/>
                <a:ea typeface="Manrope"/>
                <a:cs typeface="Manrope"/>
              </a:defRPr>
            </a:defPPr>
            <a:lvl1pPr>
              <a:defRPr sz="3450" b="0">
                <a:solidFill>
                  <a:srgbClr val="FFFFFF"/>
                </a:solidFill>
                <a:latin typeface="Manrope"/>
                <a:ea typeface="Manrope"/>
                <a:cs typeface="Manrope"/>
              </a:defRPr>
            </a:lvl1pPr>
            <a:lvl2pPr>
              <a:defRPr sz="3450" b="0">
                <a:solidFill>
                  <a:srgbClr val="FFFFFF"/>
                </a:solidFill>
                <a:latin typeface="Manrope"/>
                <a:ea typeface="Manrope"/>
                <a:cs typeface="Manrope"/>
              </a:defRPr>
            </a:lvl2pPr>
            <a:lvl3pPr>
              <a:defRPr sz="3450" b="0">
                <a:solidFill>
                  <a:srgbClr val="FFFFFF"/>
                </a:solidFill>
                <a:latin typeface="Manrope"/>
                <a:ea typeface="Manrope"/>
                <a:cs typeface="Manrope"/>
              </a:defRPr>
            </a:lvl3pPr>
            <a:lvl4pPr>
              <a:defRPr sz="3450" b="0">
                <a:solidFill>
                  <a:srgbClr val="FFFFFF"/>
                </a:solidFill>
                <a:latin typeface="Manrope"/>
                <a:ea typeface="Manrope"/>
                <a:cs typeface="Manrope"/>
              </a:defRPr>
            </a:lvl4pPr>
            <a:lvl5pPr>
              <a:defRPr sz="3450" b="0">
                <a:solidFill>
                  <a:srgbClr val="FFFFFF"/>
                </a:solidFill>
                <a:latin typeface="Manrope"/>
                <a:ea typeface="Manrope"/>
                <a:cs typeface="Manrope"/>
              </a:defRPr>
            </a:lvl5pPr>
            <a:lvl6pPr>
              <a:defRPr sz="3450" b="0">
                <a:solidFill>
                  <a:srgbClr val="FFFFFF"/>
                </a:solidFill>
                <a:latin typeface="Manrope"/>
                <a:ea typeface="Manrope"/>
                <a:cs typeface="Manrope"/>
              </a:defRPr>
            </a:lvl6pPr>
            <a:lvl7pPr>
              <a:defRPr sz="3450" b="0">
                <a:solidFill>
                  <a:srgbClr val="FFFFFF"/>
                </a:solidFill>
                <a:latin typeface="Manrope"/>
                <a:ea typeface="Manrope"/>
                <a:cs typeface="Manrope"/>
              </a:defRPr>
            </a:lvl7pPr>
            <a:lvl8pPr>
              <a:defRPr sz="3450" b="0">
                <a:solidFill>
                  <a:srgbClr val="FFFFFF"/>
                </a:solidFill>
                <a:latin typeface="Manrope"/>
                <a:ea typeface="Manrope"/>
                <a:cs typeface="Manrope"/>
              </a:defRPr>
            </a:lvl8pPr>
            <a:lvl9pPr>
              <a:defRPr sz="3450" b="0">
                <a:solidFill>
                  <a:srgbClr val="FFFFFF"/>
                </a:solidFill>
                <a:latin typeface="Manrope"/>
                <a:ea typeface="Manrope"/>
                <a:cs typeface="Manrope"/>
              </a:defRPr>
            </a:lvl9pPr>
          </a:lstStyle>
          <a:p xmlns:a="http://schemas.openxmlformats.org/drawingml/2006/main">
            <a:pPr>
              <a:defRPr sz="3450" b="0">
                <a:solidFill>
                  <a:srgbClr val="FFFFFF"/>
                </a:solidFill>
                <a:latin typeface="Manrope"/>
                <a:ea typeface="Manrope"/>
                <a:cs typeface="Manrope"/>
              </a:defRPr>
            </a:pPr>
            <a:r>
              <a:rPr sz="3450" b="0">
                <a:solidFill>
                  <a:srgbClr val="FFFFFF"/>
                </a:solidFill>
                <a:latin typeface="Manrope"/>
                <a:ea typeface="Manrope"/>
                <a:cs typeface="Manrope"/>
              </a:rPr>
              <a:t>Service, on record.</a:t>
            </a:r>
          </a:p>
        </p:txBody>
      </p:sp>
      <p:sp>
        <p:nvSpPr>
          <p:cNvPr id="3" name="text-3">
            <a:extLst xmlns:a="http://schemas.openxmlformats.org/drawingml/2006/main">
              <a:ext uri="{FF2B5EF4-FFF2-40B4-BE49-F238E27FC236}">
                <a16:creationId xmlns:a16="http://schemas.microsoft.com/office/drawing/2014/main" id="{FB6C69BA-E8A3-4DCE-AAD2-285D90C68ACA}"/>
              </a:ext>
            </a:extLst>
          </p:cNvPr>
          <p:cNvSpPr>
            <a:spLocks xmlns:a="http://schemas.openxmlformats.org/drawingml/2006/main" noGrp="1"/>
          </p:cNvSpPr>
          <p:nvPr/>
        </p:nvSpPr>
        <p:spPr>
          <a:xfrm xmlns:a="http://schemas.openxmlformats.org/drawingml/2006/main">
            <a:off x="647700" y="2819400"/>
            <a:ext cx="5105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B8C8BB"/>
                </a:solidFill>
                <a:latin typeface="DM Sans"/>
                <a:ea typeface="DM Sans"/>
                <a:cs typeface="DM Sans"/>
              </a:defRPr>
            </a:defPPr>
            <a:lvl1pPr>
              <a:defRPr sz="2025" b="0">
                <a:solidFill>
                  <a:srgbClr val="B8C8BB"/>
                </a:solidFill>
                <a:latin typeface="DM Sans"/>
                <a:ea typeface="DM Sans"/>
                <a:cs typeface="DM Sans"/>
              </a:defRPr>
            </a:lvl1pPr>
            <a:lvl2pPr>
              <a:defRPr sz="2025" b="0">
                <a:solidFill>
                  <a:srgbClr val="B8C8BB"/>
                </a:solidFill>
                <a:latin typeface="DM Sans"/>
                <a:ea typeface="DM Sans"/>
                <a:cs typeface="DM Sans"/>
              </a:defRPr>
            </a:lvl2pPr>
            <a:lvl3pPr>
              <a:defRPr sz="2025" b="0">
                <a:solidFill>
                  <a:srgbClr val="B8C8BB"/>
                </a:solidFill>
                <a:latin typeface="DM Sans"/>
                <a:ea typeface="DM Sans"/>
                <a:cs typeface="DM Sans"/>
              </a:defRPr>
            </a:lvl3pPr>
            <a:lvl4pPr>
              <a:defRPr sz="2025" b="0">
                <a:solidFill>
                  <a:srgbClr val="B8C8BB"/>
                </a:solidFill>
                <a:latin typeface="DM Sans"/>
                <a:ea typeface="DM Sans"/>
                <a:cs typeface="DM Sans"/>
              </a:defRPr>
            </a:lvl4pPr>
            <a:lvl5pPr>
              <a:defRPr sz="2025" b="0">
                <a:solidFill>
                  <a:srgbClr val="B8C8BB"/>
                </a:solidFill>
                <a:latin typeface="DM Sans"/>
                <a:ea typeface="DM Sans"/>
                <a:cs typeface="DM Sans"/>
              </a:defRPr>
            </a:lvl5pPr>
            <a:lvl6pPr>
              <a:defRPr sz="2025" b="0">
                <a:solidFill>
                  <a:srgbClr val="B8C8BB"/>
                </a:solidFill>
                <a:latin typeface="DM Sans"/>
                <a:ea typeface="DM Sans"/>
                <a:cs typeface="DM Sans"/>
              </a:defRPr>
            </a:lvl6pPr>
            <a:lvl7pPr>
              <a:defRPr sz="2025" b="0">
                <a:solidFill>
                  <a:srgbClr val="B8C8BB"/>
                </a:solidFill>
                <a:latin typeface="DM Sans"/>
                <a:ea typeface="DM Sans"/>
                <a:cs typeface="DM Sans"/>
              </a:defRPr>
            </a:lvl7pPr>
            <a:lvl8pPr>
              <a:defRPr sz="2025" b="0">
                <a:solidFill>
                  <a:srgbClr val="B8C8BB"/>
                </a:solidFill>
                <a:latin typeface="DM Sans"/>
                <a:ea typeface="DM Sans"/>
                <a:cs typeface="DM Sans"/>
              </a:defRPr>
            </a:lvl8pPr>
            <a:lvl9pPr>
              <a:defRPr sz="2025" b="0">
                <a:solidFill>
                  <a:srgbClr val="B8C8BB"/>
                </a:solidFill>
                <a:latin typeface="DM Sans"/>
                <a:ea typeface="DM Sans"/>
                <a:cs typeface="DM Sans"/>
              </a:defRPr>
            </a:lvl9pPr>
          </a:lstStyle>
          <a:p xmlns:a="http://schemas.openxmlformats.org/drawingml/2006/main">
            <a:pPr>
              <a:defRPr sz="2025" b="0">
                <a:solidFill>
                  <a:srgbClr val="B8C8BB"/>
                </a:solidFill>
                <a:latin typeface="DM Sans"/>
                <a:ea typeface="DM Sans"/>
                <a:cs typeface="DM Sans"/>
              </a:defRPr>
            </a:pPr>
            <a:r>
              <a:rPr sz="2025" b="0">
                <a:solidFill>
                  <a:srgbClr val="B8C8BB"/>
                </a:solidFill>
                <a:latin typeface="DM Sans"/>
                <a:ea typeface="DM Sans"/>
                <a:cs typeface="DM Sans"/>
              </a:rPr>
              <a:t>Voice-first solar-service handovers</a:t>
            </a:r>
          </a:p>
          <a:p xmlns:a="http://schemas.openxmlformats.org/drawingml/2006/main">
            <a:pPr>
              <a:defRPr sz="2025" b="0">
                <a:solidFill>
                  <a:srgbClr val="B8C8BB"/>
                </a:solidFill>
                <a:latin typeface="DM Sans"/>
                <a:ea typeface="DM Sans"/>
                <a:cs typeface="DM Sans"/>
              </a:defRPr>
            </a:pPr>
            <a:r>
              <a:rPr sz="2025" b="0">
                <a:solidFill>
                  <a:srgbClr val="B8C8BB"/>
                </a:solidFill>
                <a:latin typeface="DM Sans"/>
                <a:ea typeface="DM Sans"/>
                <a:cs typeface="DM Sans"/>
              </a:rPr>
              <a:t>with source evidence and human review.</a:t>
            </a:r>
          </a:p>
        </p:txBody>
      </p:sp>
      <p:pic>
        <p:nvPicPr>
          <p:cNvPr id="4" name="">
            <a:extLst xmlns:a="http://schemas.openxmlformats.org/drawingml/2006/main">
              <a:ext uri="{FF2B5EF4-FFF2-40B4-BE49-F238E27FC236}">
                <a16:creationId xmlns:a16="http://schemas.microsoft.com/office/drawing/2014/main" id="{13C431D0-0513-4159-B96D-735AD1854C10}"/>
              </a:ext>
            </a:extLst>
          </p:cNvPr>
          <p:cNvPicPr>
            <a:picLocks xmlns:a="http://schemas.openxmlformats.org/drawingml/2006/main" noChangeAspect="1"/>
          </p:cNvPicPr>
          <p:nvPr/>
        </p:nvPicPr>
        <p:blipFill>
          <a:blip xmlns:r="http://schemas.openxmlformats.org/officeDocument/2006/relationships" xmlns:a="http://schemas.openxmlformats.org/drawingml/2006/main" r:embed="Rb54074835e4643e8"/>
          <a:stretch xmlns:a="http://schemas.openxmlformats.org/drawingml/2006/main"/>
        </p:blipFill>
        <p:spPr>
          <a:xfrm xmlns:a="http://schemas.openxmlformats.org/drawingml/2006/main">
            <a:off x="6668366" y="1952625"/>
            <a:ext cx="4551218" cy="3476625"/>
          </a:xfrm>
          <a:prstGeom xmlns:a="http://schemas.openxmlformats.org/drawingml/2006/main" prst="rect">
            <a:avLst/>
          </a:prstGeom>
        </p:spPr>
      </p:pic>
      <p:sp>
        <p:nvSpPr>
          <p:cNvPr id="5" name="text-4">
            <a:extLst xmlns:a="http://schemas.openxmlformats.org/drawingml/2006/main">
              <a:ext uri="{FF2B5EF4-FFF2-40B4-BE49-F238E27FC236}">
                <a16:creationId xmlns:a16="http://schemas.microsoft.com/office/drawing/2014/main" id="{E7E138FF-A9EA-4E0C-BE92-49D3CE44044A}"/>
              </a:ext>
            </a:extLst>
          </p:cNvPr>
          <p:cNvSpPr>
            <a:spLocks xmlns:a="http://schemas.openxmlformats.org/drawingml/2006/main" noGrp="1"/>
          </p:cNvSpPr>
          <p:nvPr/>
        </p:nvSpPr>
        <p:spPr>
          <a:xfrm xmlns:a="http://schemas.openxmlformats.org/drawingml/2006/main">
            <a:off x="647700" y="4581525"/>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FFFFF"/>
                </a:solidFill>
                <a:latin typeface="DM Sans"/>
                <a:ea typeface="DM Sans"/>
                <a:cs typeface="DM Sans"/>
              </a:defRPr>
            </a:defPPr>
            <a:lvl1pPr>
              <a:defRPr sz="1725" b="0">
                <a:solidFill>
                  <a:srgbClr val="FFFFFF"/>
                </a:solidFill>
                <a:latin typeface="DM Sans"/>
                <a:ea typeface="DM Sans"/>
                <a:cs typeface="DM Sans"/>
              </a:defRPr>
            </a:lvl1pPr>
            <a:lvl2pPr>
              <a:defRPr sz="1725" b="0">
                <a:solidFill>
                  <a:srgbClr val="FFFFFF"/>
                </a:solidFill>
                <a:latin typeface="DM Sans"/>
                <a:ea typeface="DM Sans"/>
                <a:cs typeface="DM Sans"/>
              </a:defRPr>
            </a:lvl2pPr>
            <a:lvl3pPr>
              <a:defRPr sz="1725" b="0">
                <a:solidFill>
                  <a:srgbClr val="FFFFFF"/>
                </a:solidFill>
                <a:latin typeface="DM Sans"/>
                <a:ea typeface="DM Sans"/>
                <a:cs typeface="DM Sans"/>
              </a:defRPr>
            </a:lvl3pPr>
            <a:lvl4pPr>
              <a:defRPr sz="1725" b="0">
                <a:solidFill>
                  <a:srgbClr val="FFFFFF"/>
                </a:solidFill>
                <a:latin typeface="DM Sans"/>
                <a:ea typeface="DM Sans"/>
                <a:cs typeface="DM Sans"/>
              </a:defRPr>
            </a:lvl4pPr>
            <a:lvl5pPr>
              <a:defRPr sz="1725" b="0">
                <a:solidFill>
                  <a:srgbClr val="FFFFFF"/>
                </a:solidFill>
                <a:latin typeface="DM Sans"/>
                <a:ea typeface="DM Sans"/>
                <a:cs typeface="DM Sans"/>
              </a:defRPr>
            </a:lvl5pPr>
            <a:lvl6pPr>
              <a:defRPr sz="1725" b="0">
                <a:solidFill>
                  <a:srgbClr val="FFFFFF"/>
                </a:solidFill>
                <a:latin typeface="DM Sans"/>
                <a:ea typeface="DM Sans"/>
                <a:cs typeface="DM Sans"/>
              </a:defRPr>
            </a:lvl6pPr>
            <a:lvl7pPr>
              <a:defRPr sz="1725" b="0">
                <a:solidFill>
                  <a:srgbClr val="FFFFFF"/>
                </a:solidFill>
                <a:latin typeface="DM Sans"/>
                <a:ea typeface="DM Sans"/>
                <a:cs typeface="DM Sans"/>
              </a:defRPr>
            </a:lvl7pPr>
            <a:lvl8pPr>
              <a:defRPr sz="1725" b="0">
                <a:solidFill>
                  <a:srgbClr val="FFFFFF"/>
                </a:solidFill>
                <a:latin typeface="DM Sans"/>
                <a:ea typeface="DM Sans"/>
                <a:cs typeface="DM Sans"/>
              </a:defRPr>
            </a:lvl8pPr>
            <a:lvl9pPr>
              <a:defRPr sz="1725" b="0">
                <a:solidFill>
                  <a:srgbClr val="FFFFFF"/>
                </a:solidFill>
                <a:latin typeface="DM Sans"/>
                <a:ea typeface="DM Sans"/>
                <a:cs typeface="DM Sans"/>
              </a:defRPr>
            </a:lvl9pPr>
          </a:lstStyle>
          <a:p xmlns:a="http://schemas.openxmlformats.org/drawingml/2006/main">
            <a:pPr>
              <a:defRPr sz="1725" b="0">
                <a:solidFill>
                  <a:srgbClr val="FFFFFF"/>
                </a:solidFill>
                <a:latin typeface="DM Sans"/>
                <a:ea typeface="DM Sans"/>
                <a:cs typeface="DM Sans"/>
              </a:defRPr>
            </a:pPr>
            <a:r>
              <a:rPr sz="1725" b="0">
                <a:solidFill>
                  <a:srgbClr val="FFFFFF"/>
                </a:solidFill>
                <a:latin typeface="DM Sans"/>
                <a:ea typeface="DM Sans"/>
                <a:cs typeface="DM Sans"/>
              </a:rPr>
              <a:t>Working replay prototype</a:t>
            </a:r>
          </a:p>
          <a:p xmlns:a="http://schemas.openxmlformats.org/drawingml/2006/main">
            <a:pPr>
              <a:defRPr sz="1725" b="0">
                <a:solidFill>
                  <a:srgbClr val="FFFFFF"/>
                </a:solidFill>
                <a:latin typeface="DM Sans"/>
                <a:ea typeface="DM Sans"/>
                <a:cs typeface="DM Sans"/>
              </a:defRPr>
            </a:pPr>
            <a:r>
              <a:rPr sz="1725" b="0">
                <a:solidFill>
                  <a:srgbClr val="FFFFFF"/>
                </a:solidFill>
                <a:latin typeface="DM Sans"/>
                <a:ea typeface="DM Sans"/>
                <a:cs typeface="DM Sans"/>
              </a:rPr>
              <a:t>Synthetic demo data</a:t>
            </a:r>
          </a:p>
          <a:p xmlns:a="http://schemas.openxmlformats.org/drawingml/2006/main">
            <a:pPr>
              <a:defRPr sz="1725" b="0">
                <a:solidFill>
                  <a:srgbClr val="FFFFFF"/>
                </a:solidFill>
                <a:latin typeface="DM Sans"/>
                <a:ea typeface="DM Sans"/>
                <a:cs typeface="DM Sans"/>
              </a:defRPr>
            </a:pPr>
            <a:r>
              <a:rPr sz="1725" b="0">
                <a:solidFill>
                  <a:srgbClr val="FFFFFF"/>
                </a:solidFill>
                <a:latin typeface="DM Sans"/>
                <a:ea typeface="DM Sans"/>
                <a:cs typeface="DM Sans"/>
              </a:rPr>
              <a:t>Bolna connection verified</a:t>
            </a:r>
          </a:p>
        </p:txBody>
      </p:sp>
      <p:sp>
        <p:nvSpPr>
          <p:cNvPr id="6" name="text-5">
            <a:extLst xmlns:a="http://schemas.openxmlformats.org/drawingml/2006/main">
              <a:ext uri="{FF2B5EF4-FFF2-40B4-BE49-F238E27FC236}">
                <a16:creationId xmlns:a16="http://schemas.microsoft.com/office/drawing/2014/main" id="{2678649A-4855-4F5A-9B07-0730E16DB98B}"/>
              </a:ext>
            </a:extLst>
          </p:cNvPr>
          <p:cNvSpPr>
            <a:spLocks xmlns:a="http://schemas.openxmlformats.org/drawingml/2006/main" noGrp="1"/>
          </p:cNvSpPr>
          <p:nvPr/>
        </p:nvSpPr>
        <p:spPr>
          <a:xfrm xmlns:a="http://schemas.openxmlformats.org/drawingml/2006/main">
            <a:off x="647700" y="5848350"/>
            <a:ext cx="2838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FFFFFF"/>
                </a:solidFill>
                <a:latin typeface="DM Sans"/>
                <a:ea typeface="DM Sans"/>
                <a:cs typeface="DM Sans"/>
              </a:defRPr>
            </a:defPPr>
            <a:lvl1pPr>
              <a:defRPr sz="1650" b="1">
                <a:solidFill>
                  <a:srgbClr val="FFFFFF"/>
                </a:solidFill>
                <a:latin typeface="DM Sans"/>
                <a:ea typeface="DM Sans"/>
                <a:cs typeface="DM Sans"/>
              </a:defRPr>
            </a:lvl1pPr>
            <a:lvl2pPr>
              <a:defRPr sz="1650" b="1">
                <a:solidFill>
                  <a:srgbClr val="FFFFFF"/>
                </a:solidFill>
                <a:latin typeface="DM Sans"/>
                <a:ea typeface="DM Sans"/>
                <a:cs typeface="DM Sans"/>
              </a:defRPr>
            </a:lvl2pPr>
            <a:lvl3pPr>
              <a:defRPr sz="1650" b="1">
                <a:solidFill>
                  <a:srgbClr val="FFFFFF"/>
                </a:solidFill>
                <a:latin typeface="DM Sans"/>
                <a:ea typeface="DM Sans"/>
                <a:cs typeface="DM Sans"/>
              </a:defRPr>
            </a:lvl3pPr>
            <a:lvl4pPr>
              <a:defRPr sz="1650" b="1">
                <a:solidFill>
                  <a:srgbClr val="FFFFFF"/>
                </a:solidFill>
                <a:latin typeface="DM Sans"/>
                <a:ea typeface="DM Sans"/>
                <a:cs typeface="DM Sans"/>
              </a:defRPr>
            </a:lvl4pPr>
            <a:lvl5pPr>
              <a:defRPr sz="1650" b="1">
                <a:solidFill>
                  <a:srgbClr val="FFFFFF"/>
                </a:solidFill>
                <a:latin typeface="DM Sans"/>
                <a:ea typeface="DM Sans"/>
                <a:cs typeface="DM Sans"/>
              </a:defRPr>
            </a:lvl5pPr>
            <a:lvl6pPr>
              <a:defRPr sz="1650" b="1">
                <a:solidFill>
                  <a:srgbClr val="FFFFFF"/>
                </a:solidFill>
                <a:latin typeface="DM Sans"/>
                <a:ea typeface="DM Sans"/>
                <a:cs typeface="DM Sans"/>
              </a:defRPr>
            </a:lvl6pPr>
            <a:lvl7pPr>
              <a:defRPr sz="1650" b="1">
                <a:solidFill>
                  <a:srgbClr val="FFFFFF"/>
                </a:solidFill>
                <a:latin typeface="DM Sans"/>
                <a:ea typeface="DM Sans"/>
                <a:cs typeface="DM Sans"/>
              </a:defRPr>
            </a:lvl7pPr>
            <a:lvl8pPr>
              <a:defRPr sz="1650" b="1">
                <a:solidFill>
                  <a:srgbClr val="FFFFFF"/>
                </a:solidFill>
                <a:latin typeface="DM Sans"/>
                <a:ea typeface="DM Sans"/>
                <a:cs typeface="DM Sans"/>
              </a:defRPr>
            </a:lvl8pPr>
            <a:lvl9pPr>
              <a:defRPr sz="1650" b="1">
                <a:solidFill>
                  <a:srgbClr val="FFFFFF"/>
                </a:solidFill>
                <a:latin typeface="DM Sans"/>
                <a:ea typeface="DM Sans"/>
                <a:cs typeface="DM Sans"/>
              </a:defRPr>
            </a:lvl9pPr>
          </a:lstStyle>
          <a:p xmlns:a="http://schemas.openxmlformats.org/drawingml/2006/main">
            <a:pPr>
              <a:defRPr sz="1650" b="1">
                <a:solidFill>
                  <a:srgbClr val="FFFFFF"/>
                </a:solidFill>
                <a:latin typeface="DM Sans"/>
                <a:ea typeface="DM Sans"/>
                <a:cs typeface="DM Sans"/>
              </a:defRPr>
            </a:pPr>
            <a:r>
              <a:rPr sz="1650" b="1">
                <a:solidFill>
                  <a:srgbClr val="FFFFFF"/>
                </a:solidFill>
                <a:latin typeface="DM Sans"/>
                <a:ea typeface="DM Sans"/>
                <a:cs typeface="DM Sans"/>
              </a:rPr>
              <a:t>K M PRADHYUT</a:t>
            </a:r>
          </a:p>
        </p:txBody>
      </p:sp>
      <p:sp>
        <p:nvSpPr>
          <p:cNvPr id="7" name="text-6">
            <a:extLst xmlns:a="http://schemas.openxmlformats.org/drawingml/2006/main">
              <a:ext uri="{FF2B5EF4-FFF2-40B4-BE49-F238E27FC236}">
                <a16:creationId xmlns:a16="http://schemas.microsoft.com/office/drawing/2014/main" id="{AAA83C98-5A2E-424C-9157-A6B2668F3026}"/>
              </a:ext>
            </a:extLst>
          </p:cNvPr>
          <p:cNvSpPr>
            <a:spLocks xmlns:a="http://schemas.openxmlformats.org/drawingml/2006/main" noGrp="1"/>
          </p:cNvSpPr>
          <p:nvPr/>
        </p:nvSpPr>
        <p:spPr>
          <a:xfrm xmlns:a="http://schemas.openxmlformats.org/drawingml/2006/main">
            <a:off x="3562350" y="5857875"/>
            <a:ext cx="2428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B8C8BB"/>
                </a:solidFill>
                <a:latin typeface="DM Sans"/>
                <a:ea typeface="DM Sans"/>
                <a:cs typeface="DM Sans"/>
              </a:defRPr>
            </a:defPPr>
            <a:lvl1pPr>
              <a:defRPr sz="1575" b="0">
                <a:solidFill>
                  <a:srgbClr val="B8C8BB"/>
                </a:solidFill>
                <a:latin typeface="DM Sans"/>
                <a:ea typeface="DM Sans"/>
                <a:cs typeface="DM Sans"/>
              </a:defRPr>
            </a:lvl1pPr>
            <a:lvl2pPr>
              <a:defRPr sz="1575" b="0">
                <a:solidFill>
                  <a:srgbClr val="B8C8BB"/>
                </a:solidFill>
                <a:latin typeface="DM Sans"/>
                <a:ea typeface="DM Sans"/>
                <a:cs typeface="DM Sans"/>
              </a:defRPr>
            </a:lvl2pPr>
            <a:lvl3pPr>
              <a:defRPr sz="1575" b="0">
                <a:solidFill>
                  <a:srgbClr val="B8C8BB"/>
                </a:solidFill>
                <a:latin typeface="DM Sans"/>
                <a:ea typeface="DM Sans"/>
                <a:cs typeface="DM Sans"/>
              </a:defRPr>
            </a:lvl3pPr>
            <a:lvl4pPr>
              <a:defRPr sz="1575" b="0">
                <a:solidFill>
                  <a:srgbClr val="B8C8BB"/>
                </a:solidFill>
                <a:latin typeface="DM Sans"/>
                <a:ea typeface="DM Sans"/>
                <a:cs typeface="DM Sans"/>
              </a:defRPr>
            </a:lvl4pPr>
            <a:lvl5pPr>
              <a:defRPr sz="1575" b="0">
                <a:solidFill>
                  <a:srgbClr val="B8C8BB"/>
                </a:solidFill>
                <a:latin typeface="DM Sans"/>
                <a:ea typeface="DM Sans"/>
                <a:cs typeface="DM Sans"/>
              </a:defRPr>
            </a:lvl5pPr>
            <a:lvl6pPr>
              <a:defRPr sz="1575" b="0">
                <a:solidFill>
                  <a:srgbClr val="B8C8BB"/>
                </a:solidFill>
                <a:latin typeface="DM Sans"/>
                <a:ea typeface="DM Sans"/>
                <a:cs typeface="DM Sans"/>
              </a:defRPr>
            </a:lvl6pPr>
            <a:lvl7pPr>
              <a:defRPr sz="1575" b="0">
                <a:solidFill>
                  <a:srgbClr val="B8C8BB"/>
                </a:solidFill>
                <a:latin typeface="DM Sans"/>
                <a:ea typeface="DM Sans"/>
                <a:cs typeface="DM Sans"/>
              </a:defRPr>
            </a:lvl7pPr>
            <a:lvl8pPr>
              <a:defRPr sz="1575" b="0">
                <a:solidFill>
                  <a:srgbClr val="B8C8BB"/>
                </a:solidFill>
                <a:latin typeface="DM Sans"/>
                <a:ea typeface="DM Sans"/>
                <a:cs typeface="DM Sans"/>
              </a:defRPr>
            </a:lvl8pPr>
            <a:lvl9pPr>
              <a:defRPr sz="1575" b="0">
                <a:solidFill>
                  <a:srgbClr val="B8C8BB"/>
                </a:solidFill>
                <a:latin typeface="DM Sans"/>
                <a:ea typeface="DM Sans"/>
                <a:cs typeface="DM Sans"/>
              </a:defRPr>
            </a:lvl9pPr>
          </a:lstStyle>
          <a:p xmlns:a="http://schemas.openxmlformats.org/drawingml/2006/main">
            <a:pPr>
              <a:defRPr sz="1575" b="0">
                <a:solidFill>
                  <a:srgbClr val="B8C8BB"/>
                </a:solidFill>
                <a:latin typeface="DM Sans"/>
                <a:ea typeface="DM Sans"/>
                <a:cs typeface="DM Sans"/>
              </a:defRPr>
            </a:pPr>
            <a:r>
              <a:rPr sz="1575" b="0">
                <a:solidFill>
                  <a:srgbClr val="B8C8BB"/>
                </a:solidFill>
                <a:latin typeface="DM Sans"/>
                <a:ea typeface="DM Sans"/>
                <a:cs typeface="DM Sans"/>
              </a:rPr>
              <a:t>Solo founder</a:t>
            </a:r>
          </a:p>
        </p:txBody>
      </p:sp>
      <p:sp>
        <p:nvSpPr>
          <p:cNvPr id="8" name="text-7">
            <a:extLst xmlns:a="http://schemas.openxmlformats.org/drawingml/2006/main">
              <a:ext uri="{FF2B5EF4-FFF2-40B4-BE49-F238E27FC236}">
                <a16:creationId xmlns:a16="http://schemas.microsoft.com/office/drawing/2014/main" id="{ACECE8BD-9C22-40A1-A584-52C51870DFB4}"/>
              </a:ext>
            </a:extLst>
          </p:cNvPr>
          <p:cNvSpPr>
            <a:spLocks xmlns:a="http://schemas.openxmlformats.org/drawingml/2006/main" noGrp="1"/>
          </p:cNvSpPr>
          <p:nvPr/>
        </p:nvSpPr>
        <p:spPr>
          <a:xfrm xmlns:a="http://schemas.openxmlformats.org/drawingml/2006/main">
            <a:off x="609600" y="63722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B8C8BB"/>
                </a:solidFill>
                <a:latin typeface="DM Sans"/>
                <a:ea typeface="DM Sans"/>
                <a:cs typeface="DM Sans"/>
              </a:defRPr>
            </a:defPPr>
            <a:lvl1pPr>
              <a:defRPr sz="975" b="0">
                <a:solidFill>
                  <a:srgbClr val="B8C8BB"/>
                </a:solidFill>
                <a:latin typeface="DM Sans"/>
                <a:ea typeface="DM Sans"/>
                <a:cs typeface="DM Sans"/>
              </a:defRPr>
            </a:lvl1pPr>
            <a:lvl2pPr>
              <a:defRPr sz="975" b="0">
                <a:solidFill>
                  <a:srgbClr val="B8C8BB"/>
                </a:solidFill>
                <a:latin typeface="DM Sans"/>
                <a:ea typeface="DM Sans"/>
                <a:cs typeface="DM Sans"/>
              </a:defRPr>
            </a:lvl2pPr>
            <a:lvl3pPr>
              <a:defRPr sz="975" b="0">
                <a:solidFill>
                  <a:srgbClr val="B8C8BB"/>
                </a:solidFill>
                <a:latin typeface="DM Sans"/>
                <a:ea typeface="DM Sans"/>
                <a:cs typeface="DM Sans"/>
              </a:defRPr>
            </a:lvl3pPr>
            <a:lvl4pPr>
              <a:defRPr sz="975" b="0">
                <a:solidFill>
                  <a:srgbClr val="B8C8BB"/>
                </a:solidFill>
                <a:latin typeface="DM Sans"/>
                <a:ea typeface="DM Sans"/>
                <a:cs typeface="DM Sans"/>
              </a:defRPr>
            </a:lvl4pPr>
            <a:lvl5pPr>
              <a:defRPr sz="975" b="0">
                <a:solidFill>
                  <a:srgbClr val="B8C8BB"/>
                </a:solidFill>
                <a:latin typeface="DM Sans"/>
                <a:ea typeface="DM Sans"/>
                <a:cs typeface="DM Sans"/>
              </a:defRPr>
            </a:lvl5pPr>
            <a:lvl6pPr>
              <a:defRPr sz="975" b="0">
                <a:solidFill>
                  <a:srgbClr val="B8C8BB"/>
                </a:solidFill>
                <a:latin typeface="DM Sans"/>
                <a:ea typeface="DM Sans"/>
                <a:cs typeface="DM Sans"/>
              </a:defRPr>
            </a:lvl6pPr>
            <a:lvl7pPr>
              <a:defRPr sz="975" b="0">
                <a:solidFill>
                  <a:srgbClr val="B8C8BB"/>
                </a:solidFill>
                <a:latin typeface="DM Sans"/>
                <a:ea typeface="DM Sans"/>
                <a:cs typeface="DM Sans"/>
              </a:defRPr>
            </a:lvl7pPr>
            <a:lvl8pPr>
              <a:defRPr sz="975" b="0">
                <a:solidFill>
                  <a:srgbClr val="B8C8BB"/>
                </a:solidFill>
                <a:latin typeface="DM Sans"/>
                <a:ea typeface="DM Sans"/>
                <a:cs typeface="DM Sans"/>
              </a:defRPr>
            </a:lvl8pPr>
            <a:lvl9pPr>
              <a:defRPr sz="975" b="0">
                <a:solidFill>
                  <a:srgbClr val="B8C8BB"/>
                </a:solidFill>
                <a:latin typeface="DM Sans"/>
                <a:ea typeface="DM Sans"/>
                <a:cs typeface="DM Sans"/>
              </a:defRPr>
            </a:lvl9pPr>
          </a:lstStyle>
          <a:p xmlns:a="http://schemas.openxmlformats.org/drawingml/2006/main">
            <a:pPr>
              <a:defRPr sz="975" b="0">
                <a:solidFill>
                  <a:srgbClr val="B8C8BB"/>
                </a:solidFill>
                <a:latin typeface="DM Sans"/>
                <a:ea typeface="DM Sans"/>
                <a:cs typeface="DM Sans"/>
              </a:defRPr>
            </a:pPr>
            <a:r>
              <a:rPr sz="975" b="0">
                <a:solidFill>
                  <a:srgbClr val="B8C8BB"/>
                </a:solidFill>
                <a:latin typeface="DM Sans"/>
                <a:ea typeface="DM Sans"/>
                <a:cs typeface="DM Sans"/>
              </a:rPr>
              <a:t>github.com/Pradhyut21/suryaledger</a:t>
            </a:r>
          </a:p>
        </p:txBody>
      </p:sp>
      <p:sp>
        <p:nvSpPr>
          <p:cNvPr id="9" name="text-8">
            <a:extLst xmlns:a="http://schemas.openxmlformats.org/drawingml/2006/main">
              <a:ext uri="{FF2B5EF4-FFF2-40B4-BE49-F238E27FC236}">
                <a16:creationId xmlns:a16="http://schemas.microsoft.com/office/drawing/2014/main" id="{DF496F02-D2E8-4C60-A3D9-1213FA1F2215}"/>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8C8BB"/>
                </a:solidFill>
                <a:latin typeface="DM Sans"/>
                <a:ea typeface="DM Sans"/>
                <a:cs typeface="DM Sans"/>
              </a:defRPr>
            </a:defPPr>
            <a:lvl1pPr>
              <a:defRPr sz="1050" b="0">
                <a:solidFill>
                  <a:srgbClr val="B8C8BB"/>
                </a:solidFill>
                <a:latin typeface="DM Sans"/>
                <a:ea typeface="DM Sans"/>
                <a:cs typeface="DM Sans"/>
              </a:defRPr>
            </a:lvl1pPr>
            <a:lvl2pPr>
              <a:defRPr sz="1050" b="0">
                <a:solidFill>
                  <a:srgbClr val="B8C8BB"/>
                </a:solidFill>
                <a:latin typeface="DM Sans"/>
                <a:ea typeface="DM Sans"/>
                <a:cs typeface="DM Sans"/>
              </a:defRPr>
            </a:lvl2pPr>
            <a:lvl3pPr>
              <a:defRPr sz="1050" b="0">
                <a:solidFill>
                  <a:srgbClr val="B8C8BB"/>
                </a:solidFill>
                <a:latin typeface="DM Sans"/>
                <a:ea typeface="DM Sans"/>
                <a:cs typeface="DM Sans"/>
              </a:defRPr>
            </a:lvl3pPr>
            <a:lvl4pPr>
              <a:defRPr sz="1050" b="0">
                <a:solidFill>
                  <a:srgbClr val="B8C8BB"/>
                </a:solidFill>
                <a:latin typeface="DM Sans"/>
                <a:ea typeface="DM Sans"/>
                <a:cs typeface="DM Sans"/>
              </a:defRPr>
            </a:lvl4pPr>
            <a:lvl5pPr>
              <a:defRPr sz="1050" b="0">
                <a:solidFill>
                  <a:srgbClr val="B8C8BB"/>
                </a:solidFill>
                <a:latin typeface="DM Sans"/>
                <a:ea typeface="DM Sans"/>
                <a:cs typeface="DM Sans"/>
              </a:defRPr>
            </a:lvl5pPr>
            <a:lvl6pPr>
              <a:defRPr sz="1050" b="0">
                <a:solidFill>
                  <a:srgbClr val="B8C8BB"/>
                </a:solidFill>
                <a:latin typeface="DM Sans"/>
                <a:ea typeface="DM Sans"/>
                <a:cs typeface="DM Sans"/>
              </a:defRPr>
            </a:lvl6pPr>
            <a:lvl7pPr>
              <a:defRPr sz="1050" b="0">
                <a:solidFill>
                  <a:srgbClr val="B8C8BB"/>
                </a:solidFill>
                <a:latin typeface="DM Sans"/>
                <a:ea typeface="DM Sans"/>
                <a:cs typeface="DM Sans"/>
              </a:defRPr>
            </a:lvl7pPr>
            <a:lvl8pPr>
              <a:defRPr sz="1050" b="0">
                <a:solidFill>
                  <a:srgbClr val="B8C8BB"/>
                </a:solidFill>
                <a:latin typeface="DM Sans"/>
                <a:ea typeface="DM Sans"/>
                <a:cs typeface="DM Sans"/>
              </a:defRPr>
            </a:lvl8pPr>
            <a:lvl9pPr>
              <a:defRPr sz="1050" b="0">
                <a:solidFill>
                  <a:srgbClr val="B8C8BB"/>
                </a:solidFill>
                <a:latin typeface="DM Sans"/>
                <a:ea typeface="DM Sans"/>
                <a:cs typeface="DM Sans"/>
              </a:defRPr>
            </a:lvl9pPr>
          </a:lstStyle>
          <a:p xmlns:a="http://schemas.openxmlformats.org/drawingml/2006/main">
            <a:pPr>
              <a:defRPr sz="1050" b="0">
                <a:solidFill>
                  <a:srgbClr val="B8C8BB"/>
                </a:solidFill>
                <a:latin typeface="DM Sans"/>
                <a:ea typeface="DM Sans"/>
                <a:cs typeface="DM Sans"/>
              </a:defRPr>
            </a:pPr>
            <a:r>
              <a:rPr sz="1050" b="0">
                <a:solidFill>
                  <a:srgbClr val="B8C8BB"/>
                </a:solidFill>
                <a:latin typeface="DM Sans"/>
                <a:ea typeface="DM Sans"/>
                <a:cs typeface="DM Sans"/>
              </a:rPr>
              <a:t>01</a:t>
            </a:r>
          </a:p>
        </p:txBody>
      </p:sp>
    </p:spTree>
    <p:extLst>
      <p:ext uri="{BB962C8B-B14F-4D97-AF65-F5344CB8AC3E}">
        <p14:creationId xmlns:p14="http://schemas.microsoft.com/office/powerpoint/2010/main" val="1576528783"/>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6" name="text-9">
            <a:extLst xmlns:a="http://schemas.openxmlformats.org/drawingml/2006/main">
              <a:ext uri="{FF2B5EF4-FFF2-40B4-BE49-F238E27FC236}">
                <a16:creationId xmlns:a16="http://schemas.microsoft.com/office/drawing/2014/main" id="{3B3294D4-5C0F-4DAB-9556-F1BA6F4DDAD6}"/>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83D31"/>
                </a:solidFill>
                <a:latin typeface="Manrope"/>
                <a:ea typeface="Manrope"/>
                <a:cs typeface="Manrope"/>
              </a:defRPr>
            </a:defPPr>
            <a:lvl1pPr>
              <a:defRPr sz="3450" b="1">
                <a:solidFill>
                  <a:srgbClr val="183D31"/>
                </a:solidFill>
                <a:latin typeface="Manrope"/>
                <a:ea typeface="Manrope"/>
                <a:cs typeface="Manrope"/>
              </a:defRPr>
            </a:lvl1pPr>
            <a:lvl2pPr>
              <a:defRPr sz="3450" b="1">
                <a:solidFill>
                  <a:srgbClr val="183D31"/>
                </a:solidFill>
                <a:latin typeface="Manrope"/>
                <a:ea typeface="Manrope"/>
                <a:cs typeface="Manrope"/>
              </a:defRPr>
            </a:lvl2pPr>
            <a:lvl3pPr>
              <a:defRPr sz="3450" b="1">
                <a:solidFill>
                  <a:srgbClr val="183D31"/>
                </a:solidFill>
                <a:latin typeface="Manrope"/>
                <a:ea typeface="Manrope"/>
                <a:cs typeface="Manrope"/>
              </a:defRPr>
            </a:lvl3pPr>
            <a:lvl4pPr>
              <a:defRPr sz="3450" b="1">
                <a:solidFill>
                  <a:srgbClr val="183D31"/>
                </a:solidFill>
                <a:latin typeface="Manrope"/>
                <a:ea typeface="Manrope"/>
                <a:cs typeface="Manrope"/>
              </a:defRPr>
            </a:lvl4pPr>
            <a:lvl5pPr>
              <a:defRPr sz="3450" b="1">
                <a:solidFill>
                  <a:srgbClr val="183D31"/>
                </a:solidFill>
                <a:latin typeface="Manrope"/>
                <a:ea typeface="Manrope"/>
                <a:cs typeface="Manrope"/>
              </a:defRPr>
            </a:lvl5pPr>
            <a:lvl6pPr>
              <a:defRPr sz="3450" b="1">
                <a:solidFill>
                  <a:srgbClr val="183D31"/>
                </a:solidFill>
                <a:latin typeface="Manrope"/>
                <a:ea typeface="Manrope"/>
                <a:cs typeface="Manrope"/>
              </a:defRPr>
            </a:lvl6pPr>
            <a:lvl7pPr>
              <a:defRPr sz="3450" b="1">
                <a:solidFill>
                  <a:srgbClr val="183D31"/>
                </a:solidFill>
                <a:latin typeface="Manrope"/>
                <a:ea typeface="Manrope"/>
                <a:cs typeface="Manrope"/>
              </a:defRPr>
            </a:lvl7pPr>
            <a:lvl8pPr>
              <a:defRPr sz="3450" b="1">
                <a:solidFill>
                  <a:srgbClr val="183D31"/>
                </a:solidFill>
                <a:latin typeface="Manrope"/>
                <a:ea typeface="Manrope"/>
                <a:cs typeface="Manrope"/>
              </a:defRPr>
            </a:lvl8pPr>
            <a:lvl9pPr>
              <a:defRPr sz="3450" b="1">
                <a:solidFill>
                  <a:srgbClr val="183D31"/>
                </a:solidFill>
                <a:latin typeface="Manrope"/>
                <a:ea typeface="Manrope"/>
                <a:cs typeface="Manrope"/>
              </a:defRPr>
            </a:lvl9pPr>
          </a:lstStyle>
          <a:p xmlns:a="http://schemas.openxmlformats.org/drawingml/2006/main">
            <a:pPr>
              <a:defRPr sz="3450" b="1">
                <a:solidFill>
                  <a:srgbClr val="183D31"/>
                </a:solidFill>
                <a:latin typeface="Manrope"/>
                <a:ea typeface="Manrope"/>
                <a:cs typeface="Manrope"/>
              </a:defRPr>
            </a:pPr>
            <a:r>
              <a:rPr sz="3450" b="1">
                <a:solidFill>
                  <a:srgbClr val="183D31"/>
                </a:solidFill>
                <a:latin typeface="Manrope"/>
                <a:ea typeface="Manrope"/>
                <a:cs typeface="Manrope"/>
              </a:rPr>
              <a:t>The service handover</a:t>
            </a:r>
          </a:p>
        </p:txBody>
      </p:sp>
      <p:sp>
        <p:nvSpPr>
          <p:cNvPr id="2" name="text-10">
            <a:extLst xmlns:a="http://schemas.openxmlformats.org/drawingml/2006/main">
              <a:ext uri="{FF2B5EF4-FFF2-40B4-BE49-F238E27FC236}">
                <a16:creationId xmlns:a16="http://schemas.microsoft.com/office/drawing/2014/main" id="{BC6CCD54-87A3-4C35-B7EC-216E821211FF}"/>
              </a:ext>
            </a:extLst>
          </p:cNvPr>
          <p:cNvSpPr>
            <a:spLocks xmlns:a="http://schemas.openxmlformats.org/drawingml/2006/main" noGrp="1"/>
          </p:cNvSpPr>
          <p:nvPr/>
        </p:nvSpPr>
        <p:spPr>
          <a:xfrm xmlns:a="http://schemas.openxmlformats.org/drawingml/2006/main">
            <a:off x="609600" y="1571625"/>
            <a:ext cx="5286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83D31"/>
                </a:solidFill>
                <a:latin typeface="Manrope"/>
                <a:ea typeface="Manrope"/>
                <a:cs typeface="Manrope"/>
              </a:defRPr>
            </a:defPPr>
            <a:lvl1pPr>
              <a:defRPr sz="3150" b="1">
                <a:solidFill>
                  <a:srgbClr val="183D31"/>
                </a:solidFill>
                <a:latin typeface="Manrope"/>
                <a:ea typeface="Manrope"/>
                <a:cs typeface="Manrope"/>
              </a:defRPr>
            </a:lvl1pPr>
            <a:lvl2pPr>
              <a:defRPr sz="3150" b="1">
                <a:solidFill>
                  <a:srgbClr val="183D31"/>
                </a:solidFill>
                <a:latin typeface="Manrope"/>
                <a:ea typeface="Manrope"/>
                <a:cs typeface="Manrope"/>
              </a:defRPr>
            </a:lvl2pPr>
            <a:lvl3pPr>
              <a:defRPr sz="3150" b="1">
                <a:solidFill>
                  <a:srgbClr val="183D31"/>
                </a:solidFill>
                <a:latin typeface="Manrope"/>
                <a:ea typeface="Manrope"/>
                <a:cs typeface="Manrope"/>
              </a:defRPr>
            </a:lvl3pPr>
            <a:lvl4pPr>
              <a:defRPr sz="3150" b="1">
                <a:solidFill>
                  <a:srgbClr val="183D31"/>
                </a:solidFill>
                <a:latin typeface="Manrope"/>
                <a:ea typeface="Manrope"/>
                <a:cs typeface="Manrope"/>
              </a:defRPr>
            </a:lvl4pPr>
            <a:lvl5pPr>
              <a:defRPr sz="3150" b="1">
                <a:solidFill>
                  <a:srgbClr val="183D31"/>
                </a:solidFill>
                <a:latin typeface="Manrope"/>
                <a:ea typeface="Manrope"/>
                <a:cs typeface="Manrope"/>
              </a:defRPr>
            </a:lvl5pPr>
            <a:lvl6pPr>
              <a:defRPr sz="3150" b="1">
                <a:solidFill>
                  <a:srgbClr val="183D31"/>
                </a:solidFill>
                <a:latin typeface="Manrope"/>
                <a:ea typeface="Manrope"/>
                <a:cs typeface="Manrope"/>
              </a:defRPr>
            </a:lvl6pPr>
            <a:lvl7pPr>
              <a:defRPr sz="3150" b="1">
                <a:solidFill>
                  <a:srgbClr val="183D31"/>
                </a:solidFill>
                <a:latin typeface="Manrope"/>
                <a:ea typeface="Manrope"/>
                <a:cs typeface="Manrope"/>
              </a:defRPr>
            </a:lvl7pPr>
            <a:lvl8pPr>
              <a:defRPr sz="3150" b="1">
                <a:solidFill>
                  <a:srgbClr val="183D31"/>
                </a:solidFill>
                <a:latin typeface="Manrope"/>
                <a:ea typeface="Manrope"/>
                <a:cs typeface="Manrope"/>
              </a:defRPr>
            </a:lvl8pPr>
            <a:lvl9pPr>
              <a:defRPr sz="3150" b="1">
                <a:solidFill>
                  <a:srgbClr val="183D31"/>
                </a:solidFill>
                <a:latin typeface="Manrope"/>
                <a:ea typeface="Manrope"/>
                <a:cs typeface="Manrope"/>
              </a:defRPr>
            </a:lvl9pPr>
          </a:lstStyle>
          <a:p xmlns:a="http://schemas.openxmlformats.org/drawingml/2006/main">
            <a:pPr>
              <a:defRPr sz="3150" b="1">
                <a:solidFill>
                  <a:srgbClr val="183D31"/>
                </a:solidFill>
                <a:latin typeface="Manrope"/>
                <a:ea typeface="Manrope"/>
                <a:cs typeface="Manrope"/>
              </a:defRPr>
            </a:pPr>
            <a:r>
              <a:rPr sz="3150" b="1">
                <a:solidFill>
                  <a:srgbClr val="183D31"/>
                </a:solidFill>
                <a:latin typeface="Manrope"/>
                <a:ea typeface="Manrope"/>
                <a:cs typeface="Manrope"/>
              </a:rPr>
              <a:t>Small rooftop-solar</a:t>
            </a:r>
          </a:p>
          <a:p xmlns:a="http://schemas.openxmlformats.org/drawingml/2006/main">
            <a:pPr>
              <a:defRPr sz="3150" b="1">
                <a:solidFill>
                  <a:srgbClr val="183D31"/>
                </a:solidFill>
                <a:latin typeface="Manrope"/>
                <a:ea typeface="Manrope"/>
                <a:cs typeface="Manrope"/>
              </a:defRPr>
            </a:pPr>
            <a:r>
              <a:rPr sz="3150" b="1">
                <a:solidFill>
                  <a:srgbClr val="183D31"/>
                </a:solidFill>
                <a:latin typeface="Manrope"/>
                <a:ea typeface="Manrope"/>
                <a:cs typeface="Manrope"/>
              </a:rPr>
              <a:t>installers and their</a:t>
            </a:r>
          </a:p>
          <a:p xmlns:a="http://schemas.openxmlformats.org/drawingml/2006/main">
            <a:pPr>
              <a:defRPr sz="3150" b="1">
                <a:solidFill>
                  <a:srgbClr val="183D31"/>
                </a:solidFill>
                <a:latin typeface="Manrope"/>
                <a:ea typeface="Manrope"/>
                <a:cs typeface="Manrope"/>
              </a:defRPr>
            </a:pPr>
            <a:r>
              <a:rPr sz="3150" b="1">
                <a:solidFill>
                  <a:srgbClr val="183D31"/>
                </a:solidFill>
                <a:latin typeface="Manrope"/>
                <a:ea typeface="Manrope"/>
                <a:cs typeface="Manrope"/>
              </a:rPr>
              <a:t>service supervisors</a:t>
            </a:r>
          </a:p>
        </p:txBody>
      </p:sp>
      <p:sp>
        <p:nvSpPr>
          <p:cNvPr id="3" name="text-11">
            <a:extLst xmlns:a="http://schemas.openxmlformats.org/drawingml/2006/main">
              <a:ext uri="{FF2B5EF4-FFF2-40B4-BE49-F238E27FC236}">
                <a16:creationId xmlns:a16="http://schemas.microsoft.com/office/drawing/2014/main" id="{73D04BF4-BE0B-40EC-900A-6C9E82D6EF23}"/>
              </a:ext>
            </a:extLst>
          </p:cNvPr>
          <p:cNvSpPr>
            <a:spLocks xmlns:a="http://schemas.openxmlformats.org/drawingml/2006/main" noGrp="1"/>
          </p:cNvSpPr>
          <p:nvPr/>
        </p:nvSpPr>
        <p:spPr>
          <a:xfrm xmlns:a="http://schemas.openxmlformats.org/drawingml/2006/main">
            <a:off x="628650" y="3467100"/>
            <a:ext cx="452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6B7E72"/>
                </a:solidFill>
                <a:latin typeface="DM Sans"/>
                <a:ea typeface="DM Sans"/>
                <a:cs typeface="DM Sans"/>
              </a:defRPr>
            </a:defPPr>
            <a:lvl1pPr>
              <a:defRPr sz="1575" b="1">
                <a:solidFill>
                  <a:srgbClr val="6B7E72"/>
                </a:solidFill>
                <a:latin typeface="DM Sans"/>
                <a:ea typeface="DM Sans"/>
                <a:cs typeface="DM Sans"/>
              </a:defRPr>
            </a:lvl1pPr>
            <a:lvl2pPr>
              <a:defRPr sz="1575" b="1">
                <a:solidFill>
                  <a:srgbClr val="6B7E72"/>
                </a:solidFill>
                <a:latin typeface="DM Sans"/>
                <a:ea typeface="DM Sans"/>
                <a:cs typeface="DM Sans"/>
              </a:defRPr>
            </a:lvl2pPr>
            <a:lvl3pPr>
              <a:defRPr sz="1575" b="1">
                <a:solidFill>
                  <a:srgbClr val="6B7E72"/>
                </a:solidFill>
                <a:latin typeface="DM Sans"/>
                <a:ea typeface="DM Sans"/>
                <a:cs typeface="DM Sans"/>
              </a:defRPr>
            </a:lvl3pPr>
            <a:lvl4pPr>
              <a:defRPr sz="1575" b="1">
                <a:solidFill>
                  <a:srgbClr val="6B7E72"/>
                </a:solidFill>
                <a:latin typeface="DM Sans"/>
                <a:ea typeface="DM Sans"/>
                <a:cs typeface="DM Sans"/>
              </a:defRPr>
            </a:lvl4pPr>
            <a:lvl5pPr>
              <a:defRPr sz="1575" b="1">
                <a:solidFill>
                  <a:srgbClr val="6B7E72"/>
                </a:solidFill>
                <a:latin typeface="DM Sans"/>
                <a:ea typeface="DM Sans"/>
                <a:cs typeface="DM Sans"/>
              </a:defRPr>
            </a:lvl5pPr>
            <a:lvl6pPr>
              <a:defRPr sz="1575" b="1">
                <a:solidFill>
                  <a:srgbClr val="6B7E72"/>
                </a:solidFill>
                <a:latin typeface="DM Sans"/>
                <a:ea typeface="DM Sans"/>
                <a:cs typeface="DM Sans"/>
              </a:defRPr>
            </a:lvl6pPr>
            <a:lvl7pPr>
              <a:defRPr sz="1575" b="1">
                <a:solidFill>
                  <a:srgbClr val="6B7E72"/>
                </a:solidFill>
                <a:latin typeface="DM Sans"/>
                <a:ea typeface="DM Sans"/>
                <a:cs typeface="DM Sans"/>
              </a:defRPr>
            </a:lvl7pPr>
            <a:lvl8pPr>
              <a:defRPr sz="1575" b="1">
                <a:solidFill>
                  <a:srgbClr val="6B7E72"/>
                </a:solidFill>
                <a:latin typeface="DM Sans"/>
                <a:ea typeface="DM Sans"/>
                <a:cs typeface="DM Sans"/>
              </a:defRPr>
            </a:lvl8pPr>
            <a:lvl9pPr>
              <a:defRPr sz="1575" b="1">
                <a:solidFill>
                  <a:srgbClr val="6B7E72"/>
                </a:solidFill>
                <a:latin typeface="DM Sans"/>
                <a:ea typeface="DM Sans"/>
                <a:cs typeface="DM Sans"/>
              </a:defRPr>
            </a:lvl9pPr>
          </a:lstStyle>
          <a:p xmlns:a="http://schemas.openxmlformats.org/drawingml/2006/main">
            <a:pPr>
              <a:defRPr sz="1575" b="1">
                <a:solidFill>
                  <a:srgbClr val="6B7E72"/>
                </a:solidFill>
                <a:latin typeface="DM Sans"/>
                <a:ea typeface="DM Sans"/>
                <a:cs typeface="DM Sans"/>
              </a:defRPr>
            </a:pPr>
            <a:r>
              <a:rPr sz="1575" b="1">
                <a:solidFill>
                  <a:srgbClr val="6B7E72"/>
                </a:solidFill>
                <a:latin typeface="DM Sans"/>
                <a:ea typeface="DM Sans"/>
                <a:cs typeface="DM Sans"/>
              </a:rPr>
              <a:t>Buyer hypothesis</a:t>
            </a:r>
          </a:p>
        </p:txBody>
      </p:sp>
      <p:sp>
        <p:nvSpPr>
          <p:cNvPr id="4" name="text-12">
            <a:extLst xmlns:a="http://schemas.openxmlformats.org/drawingml/2006/main">
              <a:ext uri="{FF2B5EF4-FFF2-40B4-BE49-F238E27FC236}">
                <a16:creationId xmlns:a16="http://schemas.microsoft.com/office/drawing/2014/main" id="{284FA97A-071C-4BD4-A6B7-EE462F9F8E4A}"/>
              </a:ext>
            </a:extLst>
          </p:cNvPr>
          <p:cNvSpPr>
            <a:spLocks xmlns:a="http://schemas.openxmlformats.org/drawingml/2006/main" noGrp="1"/>
          </p:cNvSpPr>
          <p:nvPr/>
        </p:nvSpPr>
        <p:spPr>
          <a:xfrm xmlns:a="http://schemas.openxmlformats.org/drawingml/2006/main">
            <a:off x="628650" y="3924300"/>
            <a:ext cx="4810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352E"/>
                </a:solidFill>
                <a:latin typeface="DM Sans"/>
                <a:ea typeface="DM Sans"/>
                <a:cs typeface="DM Sans"/>
              </a:defRPr>
            </a:defPPr>
            <a:lvl1pPr>
              <a:defRPr sz="1950" b="0">
                <a:solidFill>
                  <a:srgbClr val="20352E"/>
                </a:solidFill>
                <a:latin typeface="DM Sans"/>
                <a:ea typeface="DM Sans"/>
                <a:cs typeface="DM Sans"/>
              </a:defRPr>
            </a:lvl1pPr>
            <a:lvl2pPr>
              <a:defRPr sz="1950" b="0">
                <a:solidFill>
                  <a:srgbClr val="20352E"/>
                </a:solidFill>
                <a:latin typeface="DM Sans"/>
                <a:ea typeface="DM Sans"/>
                <a:cs typeface="DM Sans"/>
              </a:defRPr>
            </a:lvl2pPr>
            <a:lvl3pPr>
              <a:defRPr sz="1950" b="0">
                <a:solidFill>
                  <a:srgbClr val="20352E"/>
                </a:solidFill>
                <a:latin typeface="DM Sans"/>
                <a:ea typeface="DM Sans"/>
                <a:cs typeface="DM Sans"/>
              </a:defRPr>
            </a:lvl3pPr>
            <a:lvl4pPr>
              <a:defRPr sz="1950" b="0">
                <a:solidFill>
                  <a:srgbClr val="20352E"/>
                </a:solidFill>
                <a:latin typeface="DM Sans"/>
                <a:ea typeface="DM Sans"/>
                <a:cs typeface="DM Sans"/>
              </a:defRPr>
            </a:lvl4pPr>
            <a:lvl5pPr>
              <a:defRPr sz="1950" b="0">
                <a:solidFill>
                  <a:srgbClr val="20352E"/>
                </a:solidFill>
                <a:latin typeface="DM Sans"/>
                <a:ea typeface="DM Sans"/>
                <a:cs typeface="DM Sans"/>
              </a:defRPr>
            </a:lvl5pPr>
            <a:lvl6pPr>
              <a:defRPr sz="1950" b="0">
                <a:solidFill>
                  <a:srgbClr val="20352E"/>
                </a:solidFill>
                <a:latin typeface="DM Sans"/>
                <a:ea typeface="DM Sans"/>
                <a:cs typeface="DM Sans"/>
              </a:defRPr>
            </a:lvl6pPr>
            <a:lvl7pPr>
              <a:defRPr sz="1950" b="0">
                <a:solidFill>
                  <a:srgbClr val="20352E"/>
                </a:solidFill>
                <a:latin typeface="DM Sans"/>
                <a:ea typeface="DM Sans"/>
                <a:cs typeface="DM Sans"/>
              </a:defRPr>
            </a:lvl7pPr>
            <a:lvl8pPr>
              <a:defRPr sz="1950" b="0">
                <a:solidFill>
                  <a:srgbClr val="20352E"/>
                </a:solidFill>
                <a:latin typeface="DM Sans"/>
                <a:ea typeface="DM Sans"/>
                <a:cs typeface="DM Sans"/>
              </a:defRPr>
            </a:lvl8pPr>
            <a:lvl9pPr>
              <a:defRPr sz="1950" b="0">
                <a:solidFill>
                  <a:srgbClr val="20352E"/>
                </a:solidFill>
                <a:latin typeface="DM Sans"/>
                <a:ea typeface="DM Sans"/>
                <a:cs typeface="DM Sans"/>
              </a:defRPr>
            </a:lvl9pPr>
          </a:lstStyle>
          <a:p xmlns:a="http://schemas.openxmlformats.org/drawingml/2006/main">
            <a:pPr>
              <a:defRPr sz="1950" b="0">
                <a:solidFill>
                  <a:srgbClr val="20352E"/>
                </a:solidFill>
                <a:latin typeface="DM Sans"/>
                <a:ea typeface="DM Sans"/>
                <a:cs typeface="DM Sans"/>
              </a:defRPr>
            </a:pPr>
            <a:r>
              <a:rPr sz="1950" b="0">
                <a:solidFill>
                  <a:srgbClr val="20352E"/>
                </a:solidFill>
                <a:latin typeface="DM Sans"/>
                <a:ea typeface="DM Sans"/>
                <a:cs typeface="DM Sans"/>
              </a:rPr>
              <a:t>Missing details may trigger follow-up calls.</a:t>
            </a:r>
          </a:p>
          <a:p xmlns:a="http://schemas.openxmlformats.org/drawingml/2006/main">
            <a:pPr>
              <a:defRPr sz="1950" b="0">
                <a:solidFill>
                  <a:srgbClr val="20352E"/>
                </a:solidFill>
                <a:latin typeface="DM Sans"/>
                <a:ea typeface="DM Sans"/>
                <a:cs typeface="DM Sans"/>
              </a:defRPr>
            </a:pPr>
            <a:r>
              <a:rPr sz="1950" b="0">
                <a:solidFill>
                  <a:srgbClr val="20352E"/>
                </a:solidFill>
                <a:latin typeface="DM Sans"/>
                <a:ea typeface="DM Sans"/>
                <a:cs typeface="DM Sans"/>
              </a:rPr>
              <a:t>Customer interviews still need to test this.</a:t>
            </a:r>
          </a:p>
        </p:txBody>
      </p:sp>
      <p:sp>
        <p:nvSpPr>
          <p:cNvPr id="5" name="text-13">
            <a:extLst xmlns:a="http://schemas.openxmlformats.org/drawingml/2006/main">
              <a:ext uri="{FF2B5EF4-FFF2-40B4-BE49-F238E27FC236}">
                <a16:creationId xmlns:a16="http://schemas.microsoft.com/office/drawing/2014/main" id="{67CABE83-2277-4C15-B04E-B4321A27900A}"/>
              </a:ext>
            </a:extLst>
          </p:cNvPr>
          <p:cNvSpPr>
            <a:spLocks xmlns:a="http://schemas.openxmlformats.org/drawingml/2006/main" noGrp="1"/>
          </p:cNvSpPr>
          <p:nvPr/>
        </p:nvSpPr>
        <p:spPr>
          <a:xfrm xmlns:a="http://schemas.openxmlformats.org/drawingml/2006/main">
            <a:off x="6429375" y="1609725"/>
            <a:ext cx="542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B7E72"/>
                </a:solidFill>
                <a:latin typeface="DM Sans"/>
                <a:ea typeface="DM Sans"/>
                <a:cs typeface="DM Sans"/>
              </a:defRPr>
            </a:defPPr>
            <a:lvl1pPr>
              <a:defRPr sz="1575" b="0">
                <a:solidFill>
                  <a:srgbClr val="6B7E72"/>
                </a:solidFill>
                <a:latin typeface="DM Sans"/>
                <a:ea typeface="DM Sans"/>
                <a:cs typeface="DM Sans"/>
              </a:defRPr>
            </a:lvl1pPr>
            <a:lvl2pPr>
              <a:defRPr sz="1575" b="0">
                <a:solidFill>
                  <a:srgbClr val="6B7E72"/>
                </a:solidFill>
                <a:latin typeface="DM Sans"/>
                <a:ea typeface="DM Sans"/>
                <a:cs typeface="DM Sans"/>
              </a:defRPr>
            </a:lvl2pPr>
            <a:lvl3pPr>
              <a:defRPr sz="1575" b="0">
                <a:solidFill>
                  <a:srgbClr val="6B7E72"/>
                </a:solidFill>
                <a:latin typeface="DM Sans"/>
                <a:ea typeface="DM Sans"/>
                <a:cs typeface="DM Sans"/>
              </a:defRPr>
            </a:lvl3pPr>
            <a:lvl4pPr>
              <a:defRPr sz="1575" b="0">
                <a:solidFill>
                  <a:srgbClr val="6B7E72"/>
                </a:solidFill>
                <a:latin typeface="DM Sans"/>
                <a:ea typeface="DM Sans"/>
                <a:cs typeface="DM Sans"/>
              </a:defRPr>
            </a:lvl4pPr>
            <a:lvl5pPr>
              <a:defRPr sz="1575" b="0">
                <a:solidFill>
                  <a:srgbClr val="6B7E72"/>
                </a:solidFill>
                <a:latin typeface="DM Sans"/>
                <a:ea typeface="DM Sans"/>
                <a:cs typeface="DM Sans"/>
              </a:defRPr>
            </a:lvl5pPr>
            <a:lvl6pPr>
              <a:defRPr sz="1575" b="0">
                <a:solidFill>
                  <a:srgbClr val="6B7E72"/>
                </a:solidFill>
                <a:latin typeface="DM Sans"/>
                <a:ea typeface="DM Sans"/>
                <a:cs typeface="DM Sans"/>
              </a:defRPr>
            </a:lvl6pPr>
            <a:lvl7pPr>
              <a:defRPr sz="1575" b="0">
                <a:solidFill>
                  <a:srgbClr val="6B7E72"/>
                </a:solidFill>
                <a:latin typeface="DM Sans"/>
                <a:ea typeface="DM Sans"/>
                <a:cs typeface="DM Sans"/>
              </a:defRPr>
            </a:lvl7pPr>
            <a:lvl8pPr>
              <a:defRPr sz="1575" b="0">
                <a:solidFill>
                  <a:srgbClr val="6B7E72"/>
                </a:solidFill>
                <a:latin typeface="DM Sans"/>
                <a:ea typeface="DM Sans"/>
                <a:cs typeface="DM Sans"/>
              </a:defRPr>
            </a:lvl8pPr>
            <a:lvl9pPr>
              <a:defRPr sz="1575" b="0">
                <a:solidFill>
                  <a:srgbClr val="6B7E72"/>
                </a:solidFill>
                <a:latin typeface="DM Sans"/>
                <a:ea typeface="DM Sans"/>
                <a:cs typeface="DM Sans"/>
              </a:defRPr>
            </a:lvl9pPr>
          </a:lstStyle>
          <a:p xmlns:a="http://schemas.openxmlformats.org/drawingml/2006/main">
            <a:pPr>
              <a:defRPr sz="1575" b="0">
                <a:solidFill>
                  <a:srgbClr val="6B7E72"/>
                </a:solidFill>
                <a:latin typeface="DM Sans"/>
                <a:ea typeface="DM Sans"/>
                <a:cs typeface="DM Sans"/>
              </a:defRPr>
            </a:pPr>
            <a:r>
              <a:rPr sz="1575" b="0">
                <a:solidFill>
                  <a:srgbClr val="6B7E72"/>
                </a:solidFill>
                <a:latin typeface="DM Sans"/>
                <a:ea typeface="DM Sans"/>
                <a:cs typeface="DM Sans"/>
              </a:rPr>
              <a:t>01</a:t>
            </a:r>
          </a:p>
        </p:txBody>
      </p:sp>
      <p:sp>
        <p:nvSpPr>
          <p:cNvPr id="6" name="text-14">
            <a:extLst xmlns:a="http://schemas.openxmlformats.org/drawingml/2006/main">
              <a:ext uri="{FF2B5EF4-FFF2-40B4-BE49-F238E27FC236}">
                <a16:creationId xmlns:a16="http://schemas.microsoft.com/office/drawing/2014/main" id="{851425BF-C680-4282-B654-8215A7E93087}"/>
              </a:ext>
            </a:extLst>
          </p:cNvPr>
          <p:cNvSpPr>
            <a:spLocks xmlns:a="http://schemas.openxmlformats.org/drawingml/2006/main" noGrp="1"/>
          </p:cNvSpPr>
          <p:nvPr/>
        </p:nvSpPr>
        <p:spPr>
          <a:xfrm xmlns:a="http://schemas.openxmlformats.org/drawingml/2006/main">
            <a:off x="7115175" y="1571625"/>
            <a:ext cx="442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83D31"/>
                </a:solidFill>
                <a:latin typeface="Manrope"/>
                <a:ea typeface="Manrope"/>
                <a:cs typeface="Manrope"/>
              </a:defRPr>
            </a:defPPr>
            <a:lvl1pPr>
              <a:defRPr sz="2100" b="0">
                <a:solidFill>
                  <a:srgbClr val="183D31"/>
                </a:solidFill>
                <a:latin typeface="Manrope"/>
                <a:ea typeface="Manrope"/>
                <a:cs typeface="Manrope"/>
              </a:defRPr>
            </a:lvl1pPr>
            <a:lvl2pPr>
              <a:defRPr sz="2100" b="0">
                <a:solidFill>
                  <a:srgbClr val="183D31"/>
                </a:solidFill>
                <a:latin typeface="Manrope"/>
                <a:ea typeface="Manrope"/>
                <a:cs typeface="Manrope"/>
              </a:defRPr>
            </a:lvl2pPr>
            <a:lvl3pPr>
              <a:defRPr sz="2100" b="0">
                <a:solidFill>
                  <a:srgbClr val="183D31"/>
                </a:solidFill>
                <a:latin typeface="Manrope"/>
                <a:ea typeface="Manrope"/>
                <a:cs typeface="Manrope"/>
              </a:defRPr>
            </a:lvl3pPr>
            <a:lvl4pPr>
              <a:defRPr sz="2100" b="0">
                <a:solidFill>
                  <a:srgbClr val="183D31"/>
                </a:solidFill>
                <a:latin typeface="Manrope"/>
                <a:ea typeface="Manrope"/>
                <a:cs typeface="Manrope"/>
              </a:defRPr>
            </a:lvl4pPr>
            <a:lvl5pPr>
              <a:defRPr sz="2100" b="0">
                <a:solidFill>
                  <a:srgbClr val="183D31"/>
                </a:solidFill>
                <a:latin typeface="Manrope"/>
                <a:ea typeface="Manrope"/>
                <a:cs typeface="Manrope"/>
              </a:defRPr>
            </a:lvl5pPr>
            <a:lvl6pPr>
              <a:defRPr sz="2100" b="0">
                <a:solidFill>
                  <a:srgbClr val="183D31"/>
                </a:solidFill>
                <a:latin typeface="Manrope"/>
                <a:ea typeface="Manrope"/>
                <a:cs typeface="Manrope"/>
              </a:defRPr>
            </a:lvl6pPr>
            <a:lvl7pPr>
              <a:defRPr sz="2100" b="0">
                <a:solidFill>
                  <a:srgbClr val="183D31"/>
                </a:solidFill>
                <a:latin typeface="Manrope"/>
                <a:ea typeface="Manrope"/>
                <a:cs typeface="Manrope"/>
              </a:defRPr>
            </a:lvl7pPr>
            <a:lvl8pPr>
              <a:defRPr sz="2100" b="0">
                <a:solidFill>
                  <a:srgbClr val="183D31"/>
                </a:solidFill>
                <a:latin typeface="Manrope"/>
                <a:ea typeface="Manrope"/>
                <a:cs typeface="Manrope"/>
              </a:defRPr>
            </a:lvl8pPr>
            <a:lvl9pPr>
              <a:defRPr sz="2100" b="0">
                <a:solidFill>
                  <a:srgbClr val="183D31"/>
                </a:solidFill>
                <a:latin typeface="Manrope"/>
                <a:ea typeface="Manrope"/>
                <a:cs typeface="Manrope"/>
              </a:defRPr>
            </a:lvl9pPr>
          </a:lstStyle>
          <a:p xmlns:a="http://schemas.openxmlformats.org/drawingml/2006/main">
            <a:pPr>
              <a:defRPr sz="2100" b="0">
                <a:solidFill>
                  <a:srgbClr val="183D31"/>
                </a:solidFill>
                <a:latin typeface="Manrope"/>
                <a:ea typeface="Manrope"/>
                <a:cs typeface="Manrope"/>
              </a:defRPr>
            </a:pPr>
            <a:r>
              <a:rPr sz="2100" b="0">
                <a:solidFill>
                  <a:srgbClr val="183D31"/>
                </a:solidFill>
                <a:latin typeface="Manrope"/>
                <a:ea typeface="Manrope"/>
                <a:cs typeface="Manrope"/>
              </a:rPr>
              <a:t>Equipment identity</a:t>
            </a:r>
          </a:p>
        </p:txBody>
      </p:sp>
      <p:sp>
        <p:nvSpPr>
          <p:cNvPr id="7" name="text-15">
            <a:extLst xmlns:a="http://schemas.openxmlformats.org/drawingml/2006/main">
              <a:ext uri="{FF2B5EF4-FFF2-40B4-BE49-F238E27FC236}">
                <a16:creationId xmlns:a16="http://schemas.microsoft.com/office/drawing/2014/main" id="{2240A3D7-3C63-4C18-888B-4CCB098FBFCB}"/>
              </a:ext>
            </a:extLst>
          </p:cNvPr>
          <p:cNvSpPr>
            <a:spLocks xmlns:a="http://schemas.openxmlformats.org/drawingml/2006/main" noGrp="1"/>
          </p:cNvSpPr>
          <p:nvPr/>
        </p:nvSpPr>
        <p:spPr>
          <a:xfrm xmlns:a="http://schemas.openxmlformats.org/drawingml/2006/main">
            <a:off x="6429375" y="2476500"/>
            <a:ext cx="542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B7E72"/>
                </a:solidFill>
                <a:latin typeface="DM Sans"/>
                <a:ea typeface="DM Sans"/>
                <a:cs typeface="DM Sans"/>
              </a:defRPr>
            </a:defPPr>
            <a:lvl1pPr>
              <a:defRPr sz="1575" b="0">
                <a:solidFill>
                  <a:srgbClr val="6B7E72"/>
                </a:solidFill>
                <a:latin typeface="DM Sans"/>
                <a:ea typeface="DM Sans"/>
                <a:cs typeface="DM Sans"/>
              </a:defRPr>
            </a:lvl1pPr>
            <a:lvl2pPr>
              <a:defRPr sz="1575" b="0">
                <a:solidFill>
                  <a:srgbClr val="6B7E72"/>
                </a:solidFill>
                <a:latin typeface="DM Sans"/>
                <a:ea typeface="DM Sans"/>
                <a:cs typeface="DM Sans"/>
              </a:defRPr>
            </a:lvl2pPr>
            <a:lvl3pPr>
              <a:defRPr sz="1575" b="0">
                <a:solidFill>
                  <a:srgbClr val="6B7E72"/>
                </a:solidFill>
                <a:latin typeface="DM Sans"/>
                <a:ea typeface="DM Sans"/>
                <a:cs typeface="DM Sans"/>
              </a:defRPr>
            </a:lvl3pPr>
            <a:lvl4pPr>
              <a:defRPr sz="1575" b="0">
                <a:solidFill>
                  <a:srgbClr val="6B7E72"/>
                </a:solidFill>
                <a:latin typeface="DM Sans"/>
                <a:ea typeface="DM Sans"/>
                <a:cs typeface="DM Sans"/>
              </a:defRPr>
            </a:lvl4pPr>
            <a:lvl5pPr>
              <a:defRPr sz="1575" b="0">
                <a:solidFill>
                  <a:srgbClr val="6B7E72"/>
                </a:solidFill>
                <a:latin typeface="DM Sans"/>
                <a:ea typeface="DM Sans"/>
                <a:cs typeface="DM Sans"/>
              </a:defRPr>
            </a:lvl5pPr>
            <a:lvl6pPr>
              <a:defRPr sz="1575" b="0">
                <a:solidFill>
                  <a:srgbClr val="6B7E72"/>
                </a:solidFill>
                <a:latin typeface="DM Sans"/>
                <a:ea typeface="DM Sans"/>
                <a:cs typeface="DM Sans"/>
              </a:defRPr>
            </a:lvl6pPr>
            <a:lvl7pPr>
              <a:defRPr sz="1575" b="0">
                <a:solidFill>
                  <a:srgbClr val="6B7E72"/>
                </a:solidFill>
                <a:latin typeface="DM Sans"/>
                <a:ea typeface="DM Sans"/>
                <a:cs typeface="DM Sans"/>
              </a:defRPr>
            </a:lvl7pPr>
            <a:lvl8pPr>
              <a:defRPr sz="1575" b="0">
                <a:solidFill>
                  <a:srgbClr val="6B7E72"/>
                </a:solidFill>
                <a:latin typeface="DM Sans"/>
                <a:ea typeface="DM Sans"/>
                <a:cs typeface="DM Sans"/>
              </a:defRPr>
            </a:lvl8pPr>
            <a:lvl9pPr>
              <a:defRPr sz="1575" b="0">
                <a:solidFill>
                  <a:srgbClr val="6B7E72"/>
                </a:solidFill>
                <a:latin typeface="DM Sans"/>
                <a:ea typeface="DM Sans"/>
                <a:cs typeface="DM Sans"/>
              </a:defRPr>
            </a:lvl9pPr>
          </a:lstStyle>
          <a:p xmlns:a="http://schemas.openxmlformats.org/drawingml/2006/main">
            <a:pPr>
              <a:defRPr sz="1575" b="0">
                <a:solidFill>
                  <a:srgbClr val="6B7E72"/>
                </a:solidFill>
                <a:latin typeface="DM Sans"/>
                <a:ea typeface="DM Sans"/>
                <a:cs typeface="DM Sans"/>
              </a:defRPr>
            </a:pPr>
            <a:r>
              <a:rPr sz="1575" b="0">
                <a:solidFill>
                  <a:srgbClr val="6B7E72"/>
                </a:solidFill>
                <a:latin typeface="DM Sans"/>
                <a:ea typeface="DM Sans"/>
                <a:cs typeface="DM Sans"/>
              </a:rPr>
              <a:t>02</a:t>
            </a:r>
          </a:p>
        </p:txBody>
      </p:sp>
      <p:sp>
        <p:nvSpPr>
          <p:cNvPr id="8" name="text-16">
            <a:extLst xmlns:a="http://schemas.openxmlformats.org/drawingml/2006/main">
              <a:ext uri="{FF2B5EF4-FFF2-40B4-BE49-F238E27FC236}">
                <a16:creationId xmlns:a16="http://schemas.microsoft.com/office/drawing/2014/main" id="{F6187CC7-B588-46B2-A16F-ECEC05C9402C}"/>
              </a:ext>
            </a:extLst>
          </p:cNvPr>
          <p:cNvSpPr>
            <a:spLocks xmlns:a="http://schemas.openxmlformats.org/drawingml/2006/main" noGrp="1"/>
          </p:cNvSpPr>
          <p:nvPr/>
        </p:nvSpPr>
        <p:spPr>
          <a:xfrm xmlns:a="http://schemas.openxmlformats.org/drawingml/2006/main">
            <a:off x="7115175" y="2438400"/>
            <a:ext cx="442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83D31"/>
                </a:solidFill>
                <a:latin typeface="Manrope"/>
                <a:ea typeface="Manrope"/>
                <a:cs typeface="Manrope"/>
              </a:defRPr>
            </a:defPPr>
            <a:lvl1pPr>
              <a:defRPr sz="2100" b="0">
                <a:solidFill>
                  <a:srgbClr val="183D31"/>
                </a:solidFill>
                <a:latin typeface="Manrope"/>
                <a:ea typeface="Manrope"/>
                <a:cs typeface="Manrope"/>
              </a:defRPr>
            </a:lvl1pPr>
            <a:lvl2pPr>
              <a:defRPr sz="2100" b="0">
                <a:solidFill>
                  <a:srgbClr val="183D31"/>
                </a:solidFill>
                <a:latin typeface="Manrope"/>
                <a:ea typeface="Manrope"/>
                <a:cs typeface="Manrope"/>
              </a:defRPr>
            </a:lvl2pPr>
            <a:lvl3pPr>
              <a:defRPr sz="2100" b="0">
                <a:solidFill>
                  <a:srgbClr val="183D31"/>
                </a:solidFill>
                <a:latin typeface="Manrope"/>
                <a:ea typeface="Manrope"/>
                <a:cs typeface="Manrope"/>
              </a:defRPr>
            </a:lvl3pPr>
            <a:lvl4pPr>
              <a:defRPr sz="2100" b="0">
                <a:solidFill>
                  <a:srgbClr val="183D31"/>
                </a:solidFill>
                <a:latin typeface="Manrope"/>
                <a:ea typeface="Manrope"/>
                <a:cs typeface="Manrope"/>
              </a:defRPr>
            </a:lvl4pPr>
            <a:lvl5pPr>
              <a:defRPr sz="2100" b="0">
                <a:solidFill>
                  <a:srgbClr val="183D31"/>
                </a:solidFill>
                <a:latin typeface="Manrope"/>
                <a:ea typeface="Manrope"/>
                <a:cs typeface="Manrope"/>
              </a:defRPr>
            </a:lvl5pPr>
            <a:lvl6pPr>
              <a:defRPr sz="2100" b="0">
                <a:solidFill>
                  <a:srgbClr val="183D31"/>
                </a:solidFill>
                <a:latin typeface="Manrope"/>
                <a:ea typeface="Manrope"/>
                <a:cs typeface="Manrope"/>
              </a:defRPr>
            </a:lvl6pPr>
            <a:lvl7pPr>
              <a:defRPr sz="2100" b="0">
                <a:solidFill>
                  <a:srgbClr val="183D31"/>
                </a:solidFill>
                <a:latin typeface="Manrope"/>
                <a:ea typeface="Manrope"/>
                <a:cs typeface="Manrope"/>
              </a:defRPr>
            </a:lvl7pPr>
            <a:lvl8pPr>
              <a:defRPr sz="2100" b="0">
                <a:solidFill>
                  <a:srgbClr val="183D31"/>
                </a:solidFill>
                <a:latin typeface="Manrope"/>
                <a:ea typeface="Manrope"/>
                <a:cs typeface="Manrope"/>
              </a:defRPr>
            </a:lvl8pPr>
            <a:lvl9pPr>
              <a:defRPr sz="2100" b="0">
                <a:solidFill>
                  <a:srgbClr val="183D31"/>
                </a:solidFill>
                <a:latin typeface="Manrope"/>
                <a:ea typeface="Manrope"/>
                <a:cs typeface="Manrope"/>
              </a:defRPr>
            </a:lvl9pPr>
          </a:lstStyle>
          <a:p xmlns:a="http://schemas.openxmlformats.org/drawingml/2006/main">
            <a:pPr>
              <a:defRPr sz="2100" b="0">
                <a:solidFill>
                  <a:srgbClr val="183D31"/>
                </a:solidFill>
                <a:latin typeface="Manrope"/>
                <a:ea typeface="Manrope"/>
                <a:cs typeface="Manrope"/>
              </a:defRPr>
            </a:pPr>
            <a:r>
              <a:rPr sz="2100" b="0">
                <a:solidFill>
                  <a:srgbClr val="183D31"/>
                </a:solidFill>
                <a:latin typeface="Manrope"/>
                <a:ea typeface="Manrope"/>
                <a:cs typeface="Manrope"/>
              </a:rPr>
              <a:t>Work actually reported</a:t>
            </a:r>
          </a:p>
        </p:txBody>
      </p:sp>
      <p:sp>
        <p:nvSpPr>
          <p:cNvPr id="9" name="text-17">
            <a:extLst xmlns:a="http://schemas.openxmlformats.org/drawingml/2006/main">
              <a:ext uri="{FF2B5EF4-FFF2-40B4-BE49-F238E27FC236}">
                <a16:creationId xmlns:a16="http://schemas.microsoft.com/office/drawing/2014/main" id="{2265C4D5-DE8F-4F13-BCB2-8C1D987F385B}"/>
              </a:ext>
            </a:extLst>
          </p:cNvPr>
          <p:cNvSpPr>
            <a:spLocks xmlns:a="http://schemas.openxmlformats.org/drawingml/2006/main" noGrp="1"/>
          </p:cNvSpPr>
          <p:nvPr/>
        </p:nvSpPr>
        <p:spPr>
          <a:xfrm xmlns:a="http://schemas.openxmlformats.org/drawingml/2006/main">
            <a:off x="6429375" y="3343275"/>
            <a:ext cx="542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B7E72"/>
                </a:solidFill>
                <a:latin typeface="DM Sans"/>
                <a:ea typeface="DM Sans"/>
                <a:cs typeface="DM Sans"/>
              </a:defRPr>
            </a:defPPr>
            <a:lvl1pPr>
              <a:defRPr sz="1575" b="0">
                <a:solidFill>
                  <a:srgbClr val="6B7E72"/>
                </a:solidFill>
                <a:latin typeface="DM Sans"/>
                <a:ea typeface="DM Sans"/>
                <a:cs typeface="DM Sans"/>
              </a:defRPr>
            </a:lvl1pPr>
            <a:lvl2pPr>
              <a:defRPr sz="1575" b="0">
                <a:solidFill>
                  <a:srgbClr val="6B7E72"/>
                </a:solidFill>
                <a:latin typeface="DM Sans"/>
                <a:ea typeface="DM Sans"/>
                <a:cs typeface="DM Sans"/>
              </a:defRPr>
            </a:lvl2pPr>
            <a:lvl3pPr>
              <a:defRPr sz="1575" b="0">
                <a:solidFill>
                  <a:srgbClr val="6B7E72"/>
                </a:solidFill>
                <a:latin typeface="DM Sans"/>
                <a:ea typeface="DM Sans"/>
                <a:cs typeface="DM Sans"/>
              </a:defRPr>
            </a:lvl3pPr>
            <a:lvl4pPr>
              <a:defRPr sz="1575" b="0">
                <a:solidFill>
                  <a:srgbClr val="6B7E72"/>
                </a:solidFill>
                <a:latin typeface="DM Sans"/>
                <a:ea typeface="DM Sans"/>
                <a:cs typeface="DM Sans"/>
              </a:defRPr>
            </a:lvl4pPr>
            <a:lvl5pPr>
              <a:defRPr sz="1575" b="0">
                <a:solidFill>
                  <a:srgbClr val="6B7E72"/>
                </a:solidFill>
                <a:latin typeface="DM Sans"/>
                <a:ea typeface="DM Sans"/>
                <a:cs typeface="DM Sans"/>
              </a:defRPr>
            </a:lvl5pPr>
            <a:lvl6pPr>
              <a:defRPr sz="1575" b="0">
                <a:solidFill>
                  <a:srgbClr val="6B7E72"/>
                </a:solidFill>
                <a:latin typeface="DM Sans"/>
                <a:ea typeface="DM Sans"/>
                <a:cs typeface="DM Sans"/>
              </a:defRPr>
            </a:lvl6pPr>
            <a:lvl7pPr>
              <a:defRPr sz="1575" b="0">
                <a:solidFill>
                  <a:srgbClr val="6B7E72"/>
                </a:solidFill>
                <a:latin typeface="DM Sans"/>
                <a:ea typeface="DM Sans"/>
                <a:cs typeface="DM Sans"/>
              </a:defRPr>
            </a:lvl7pPr>
            <a:lvl8pPr>
              <a:defRPr sz="1575" b="0">
                <a:solidFill>
                  <a:srgbClr val="6B7E72"/>
                </a:solidFill>
                <a:latin typeface="DM Sans"/>
                <a:ea typeface="DM Sans"/>
                <a:cs typeface="DM Sans"/>
              </a:defRPr>
            </a:lvl8pPr>
            <a:lvl9pPr>
              <a:defRPr sz="1575" b="0">
                <a:solidFill>
                  <a:srgbClr val="6B7E72"/>
                </a:solidFill>
                <a:latin typeface="DM Sans"/>
                <a:ea typeface="DM Sans"/>
                <a:cs typeface="DM Sans"/>
              </a:defRPr>
            </a:lvl9pPr>
          </a:lstStyle>
          <a:p xmlns:a="http://schemas.openxmlformats.org/drawingml/2006/main">
            <a:pPr>
              <a:defRPr sz="1575" b="0">
                <a:solidFill>
                  <a:srgbClr val="6B7E72"/>
                </a:solidFill>
                <a:latin typeface="DM Sans"/>
                <a:ea typeface="DM Sans"/>
                <a:cs typeface="DM Sans"/>
              </a:defRPr>
            </a:pPr>
            <a:r>
              <a:rPr sz="1575" b="0">
                <a:solidFill>
                  <a:srgbClr val="6B7E72"/>
                </a:solidFill>
                <a:latin typeface="DM Sans"/>
                <a:ea typeface="DM Sans"/>
                <a:cs typeface="DM Sans"/>
              </a:rPr>
              <a:t>03</a:t>
            </a:r>
          </a:p>
        </p:txBody>
      </p:sp>
      <p:sp>
        <p:nvSpPr>
          <p:cNvPr id="10" name="text-18">
            <a:extLst xmlns:a="http://schemas.openxmlformats.org/drawingml/2006/main">
              <a:ext uri="{FF2B5EF4-FFF2-40B4-BE49-F238E27FC236}">
                <a16:creationId xmlns:a16="http://schemas.microsoft.com/office/drawing/2014/main" id="{6400BDDD-E8D7-457F-9EC6-B1755EEC99DF}"/>
              </a:ext>
            </a:extLst>
          </p:cNvPr>
          <p:cNvSpPr>
            <a:spLocks xmlns:a="http://schemas.openxmlformats.org/drawingml/2006/main" noGrp="1"/>
          </p:cNvSpPr>
          <p:nvPr/>
        </p:nvSpPr>
        <p:spPr>
          <a:xfrm xmlns:a="http://schemas.openxmlformats.org/drawingml/2006/main">
            <a:off x="7115175" y="3305175"/>
            <a:ext cx="442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83D31"/>
                </a:solidFill>
                <a:latin typeface="Manrope"/>
                <a:ea typeface="Manrope"/>
                <a:cs typeface="Manrope"/>
              </a:defRPr>
            </a:defPPr>
            <a:lvl1pPr>
              <a:defRPr sz="2100" b="1">
                <a:solidFill>
                  <a:srgbClr val="183D31"/>
                </a:solidFill>
                <a:latin typeface="Manrope"/>
                <a:ea typeface="Manrope"/>
                <a:cs typeface="Manrope"/>
              </a:defRPr>
            </a:lvl1pPr>
            <a:lvl2pPr>
              <a:defRPr sz="2100" b="1">
                <a:solidFill>
                  <a:srgbClr val="183D31"/>
                </a:solidFill>
                <a:latin typeface="Manrope"/>
                <a:ea typeface="Manrope"/>
                <a:cs typeface="Manrope"/>
              </a:defRPr>
            </a:lvl2pPr>
            <a:lvl3pPr>
              <a:defRPr sz="2100" b="1">
                <a:solidFill>
                  <a:srgbClr val="183D31"/>
                </a:solidFill>
                <a:latin typeface="Manrope"/>
                <a:ea typeface="Manrope"/>
                <a:cs typeface="Manrope"/>
              </a:defRPr>
            </a:lvl3pPr>
            <a:lvl4pPr>
              <a:defRPr sz="2100" b="1">
                <a:solidFill>
                  <a:srgbClr val="183D31"/>
                </a:solidFill>
                <a:latin typeface="Manrope"/>
                <a:ea typeface="Manrope"/>
                <a:cs typeface="Manrope"/>
              </a:defRPr>
            </a:lvl4pPr>
            <a:lvl5pPr>
              <a:defRPr sz="2100" b="1">
                <a:solidFill>
                  <a:srgbClr val="183D31"/>
                </a:solidFill>
                <a:latin typeface="Manrope"/>
                <a:ea typeface="Manrope"/>
                <a:cs typeface="Manrope"/>
              </a:defRPr>
            </a:lvl5pPr>
            <a:lvl6pPr>
              <a:defRPr sz="2100" b="1">
                <a:solidFill>
                  <a:srgbClr val="183D31"/>
                </a:solidFill>
                <a:latin typeface="Manrope"/>
                <a:ea typeface="Manrope"/>
                <a:cs typeface="Manrope"/>
              </a:defRPr>
            </a:lvl6pPr>
            <a:lvl7pPr>
              <a:defRPr sz="2100" b="1">
                <a:solidFill>
                  <a:srgbClr val="183D31"/>
                </a:solidFill>
                <a:latin typeface="Manrope"/>
                <a:ea typeface="Manrope"/>
                <a:cs typeface="Manrope"/>
              </a:defRPr>
            </a:lvl7pPr>
            <a:lvl8pPr>
              <a:defRPr sz="2100" b="1">
                <a:solidFill>
                  <a:srgbClr val="183D31"/>
                </a:solidFill>
                <a:latin typeface="Manrope"/>
                <a:ea typeface="Manrope"/>
                <a:cs typeface="Manrope"/>
              </a:defRPr>
            </a:lvl8pPr>
            <a:lvl9pPr>
              <a:defRPr sz="2100" b="1">
                <a:solidFill>
                  <a:srgbClr val="183D31"/>
                </a:solidFill>
                <a:latin typeface="Manrope"/>
                <a:ea typeface="Manrope"/>
                <a:cs typeface="Manrope"/>
              </a:defRPr>
            </a:lvl9pPr>
          </a:lstStyle>
          <a:p xmlns:a="http://schemas.openxmlformats.org/drawingml/2006/main">
            <a:pPr>
              <a:defRPr sz="2100" b="1">
                <a:solidFill>
                  <a:srgbClr val="183D31"/>
                </a:solidFill>
                <a:latin typeface="Manrope"/>
                <a:ea typeface="Manrope"/>
                <a:cs typeface="Manrope"/>
              </a:defRPr>
            </a:pPr>
            <a:r>
              <a:rPr sz="2100" b="1">
                <a:solidFill>
                  <a:srgbClr val="183D31"/>
                </a:solidFill>
                <a:latin typeface="Manrope"/>
                <a:ea typeface="Manrope"/>
                <a:cs typeface="Manrope"/>
              </a:rPr>
              <a:t>Observed post-repair output</a:t>
            </a:r>
          </a:p>
        </p:txBody>
      </p:sp>
      <p:sp>
        <p:nvSpPr>
          <p:cNvPr id="11" name="text-19">
            <a:extLst xmlns:a="http://schemas.openxmlformats.org/drawingml/2006/main">
              <a:ext uri="{FF2B5EF4-FFF2-40B4-BE49-F238E27FC236}">
                <a16:creationId xmlns:a16="http://schemas.microsoft.com/office/drawing/2014/main" id="{1D3E7F20-B842-44FE-BBE4-2BA8DA960276}"/>
              </a:ext>
            </a:extLst>
          </p:cNvPr>
          <p:cNvSpPr>
            <a:spLocks xmlns:a="http://schemas.openxmlformats.org/drawingml/2006/main" noGrp="1"/>
          </p:cNvSpPr>
          <p:nvPr/>
        </p:nvSpPr>
        <p:spPr>
          <a:xfrm xmlns:a="http://schemas.openxmlformats.org/drawingml/2006/main">
            <a:off x="6429375" y="4210050"/>
            <a:ext cx="542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B7E72"/>
                </a:solidFill>
                <a:latin typeface="DM Sans"/>
                <a:ea typeface="DM Sans"/>
                <a:cs typeface="DM Sans"/>
              </a:defRPr>
            </a:defPPr>
            <a:lvl1pPr>
              <a:defRPr sz="1575" b="0">
                <a:solidFill>
                  <a:srgbClr val="6B7E72"/>
                </a:solidFill>
                <a:latin typeface="DM Sans"/>
                <a:ea typeface="DM Sans"/>
                <a:cs typeface="DM Sans"/>
              </a:defRPr>
            </a:lvl1pPr>
            <a:lvl2pPr>
              <a:defRPr sz="1575" b="0">
                <a:solidFill>
                  <a:srgbClr val="6B7E72"/>
                </a:solidFill>
                <a:latin typeface="DM Sans"/>
                <a:ea typeface="DM Sans"/>
                <a:cs typeface="DM Sans"/>
              </a:defRPr>
            </a:lvl2pPr>
            <a:lvl3pPr>
              <a:defRPr sz="1575" b="0">
                <a:solidFill>
                  <a:srgbClr val="6B7E72"/>
                </a:solidFill>
                <a:latin typeface="DM Sans"/>
                <a:ea typeface="DM Sans"/>
                <a:cs typeface="DM Sans"/>
              </a:defRPr>
            </a:lvl3pPr>
            <a:lvl4pPr>
              <a:defRPr sz="1575" b="0">
                <a:solidFill>
                  <a:srgbClr val="6B7E72"/>
                </a:solidFill>
                <a:latin typeface="DM Sans"/>
                <a:ea typeface="DM Sans"/>
                <a:cs typeface="DM Sans"/>
              </a:defRPr>
            </a:lvl4pPr>
            <a:lvl5pPr>
              <a:defRPr sz="1575" b="0">
                <a:solidFill>
                  <a:srgbClr val="6B7E72"/>
                </a:solidFill>
                <a:latin typeface="DM Sans"/>
                <a:ea typeface="DM Sans"/>
                <a:cs typeface="DM Sans"/>
              </a:defRPr>
            </a:lvl5pPr>
            <a:lvl6pPr>
              <a:defRPr sz="1575" b="0">
                <a:solidFill>
                  <a:srgbClr val="6B7E72"/>
                </a:solidFill>
                <a:latin typeface="DM Sans"/>
                <a:ea typeface="DM Sans"/>
                <a:cs typeface="DM Sans"/>
              </a:defRPr>
            </a:lvl6pPr>
            <a:lvl7pPr>
              <a:defRPr sz="1575" b="0">
                <a:solidFill>
                  <a:srgbClr val="6B7E72"/>
                </a:solidFill>
                <a:latin typeface="DM Sans"/>
                <a:ea typeface="DM Sans"/>
                <a:cs typeface="DM Sans"/>
              </a:defRPr>
            </a:lvl7pPr>
            <a:lvl8pPr>
              <a:defRPr sz="1575" b="0">
                <a:solidFill>
                  <a:srgbClr val="6B7E72"/>
                </a:solidFill>
                <a:latin typeface="DM Sans"/>
                <a:ea typeface="DM Sans"/>
                <a:cs typeface="DM Sans"/>
              </a:defRPr>
            </a:lvl8pPr>
            <a:lvl9pPr>
              <a:defRPr sz="1575" b="0">
                <a:solidFill>
                  <a:srgbClr val="6B7E72"/>
                </a:solidFill>
                <a:latin typeface="DM Sans"/>
                <a:ea typeface="DM Sans"/>
                <a:cs typeface="DM Sans"/>
              </a:defRPr>
            </a:lvl9pPr>
          </a:lstStyle>
          <a:p xmlns:a="http://schemas.openxmlformats.org/drawingml/2006/main">
            <a:pPr>
              <a:defRPr sz="1575" b="0">
                <a:solidFill>
                  <a:srgbClr val="6B7E72"/>
                </a:solidFill>
                <a:latin typeface="DM Sans"/>
                <a:ea typeface="DM Sans"/>
                <a:cs typeface="DM Sans"/>
              </a:defRPr>
            </a:pPr>
            <a:r>
              <a:rPr sz="1575" b="0">
                <a:solidFill>
                  <a:srgbClr val="6B7E72"/>
                </a:solidFill>
                <a:latin typeface="DM Sans"/>
                <a:ea typeface="DM Sans"/>
                <a:cs typeface="DM Sans"/>
              </a:rPr>
              <a:t>04</a:t>
            </a:r>
          </a:p>
        </p:txBody>
      </p:sp>
      <p:sp>
        <p:nvSpPr>
          <p:cNvPr id="12" name="text-20">
            <a:extLst xmlns:a="http://schemas.openxmlformats.org/drawingml/2006/main">
              <a:ext uri="{FF2B5EF4-FFF2-40B4-BE49-F238E27FC236}">
                <a16:creationId xmlns:a16="http://schemas.microsoft.com/office/drawing/2014/main" id="{D974DDC3-8E63-475E-A9D8-258BC8E0DCDD}"/>
              </a:ext>
            </a:extLst>
          </p:cNvPr>
          <p:cNvSpPr>
            <a:spLocks xmlns:a="http://schemas.openxmlformats.org/drawingml/2006/main" noGrp="1"/>
          </p:cNvSpPr>
          <p:nvPr/>
        </p:nvSpPr>
        <p:spPr>
          <a:xfrm xmlns:a="http://schemas.openxmlformats.org/drawingml/2006/main">
            <a:off x="7115175" y="4171950"/>
            <a:ext cx="442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83D31"/>
                </a:solidFill>
                <a:latin typeface="Manrope"/>
                <a:ea typeface="Manrope"/>
                <a:cs typeface="Manrope"/>
              </a:defRPr>
            </a:defPPr>
            <a:lvl1pPr>
              <a:defRPr sz="2100" b="0">
                <a:solidFill>
                  <a:srgbClr val="183D31"/>
                </a:solidFill>
                <a:latin typeface="Manrope"/>
                <a:ea typeface="Manrope"/>
                <a:cs typeface="Manrope"/>
              </a:defRPr>
            </a:lvl1pPr>
            <a:lvl2pPr>
              <a:defRPr sz="2100" b="0">
                <a:solidFill>
                  <a:srgbClr val="183D31"/>
                </a:solidFill>
                <a:latin typeface="Manrope"/>
                <a:ea typeface="Manrope"/>
                <a:cs typeface="Manrope"/>
              </a:defRPr>
            </a:lvl2pPr>
            <a:lvl3pPr>
              <a:defRPr sz="2100" b="0">
                <a:solidFill>
                  <a:srgbClr val="183D31"/>
                </a:solidFill>
                <a:latin typeface="Manrope"/>
                <a:ea typeface="Manrope"/>
                <a:cs typeface="Manrope"/>
              </a:defRPr>
            </a:lvl3pPr>
            <a:lvl4pPr>
              <a:defRPr sz="2100" b="0">
                <a:solidFill>
                  <a:srgbClr val="183D31"/>
                </a:solidFill>
                <a:latin typeface="Manrope"/>
                <a:ea typeface="Manrope"/>
                <a:cs typeface="Manrope"/>
              </a:defRPr>
            </a:lvl4pPr>
            <a:lvl5pPr>
              <a:defRPr sz="2100" b="0">
                <a:solidFill>
                  <a:srgbClr val="183D31"/>
                </a:solidFill>
                <a:latin typeface="Manrope"/>
                <a:ea typeface="Manrope"/>
                <a:cs typeface="Manrope"/>
              </a:defRPr>
            </a:lvl5pPr>
            <a:lvl6pPr>
              <a:defRPr sz="2100" b="0">
                <a:solidFill>
                  <a:srgbClr val="183D31"/>
                </a:solidFill>
                <a:latin typeface="Manrope"/>
                <a:ea typeface="Manrope"/>
                <a:cs typeface="Manrope"/>
              </a:defRPr>
            </a:lvl6pPr>
            <a:lvl7pPr>
              <a:defRPr sz="2100" b="0">
                <a:solidFill>
                  <a:srgbClr val="183D31"/>
                </a:solidFill>
                <a:latin typeface="Manrope"/>
                <a:ea typeface="Manrope"/>
                <a:cs typeface="Manrope"/>
              </a:defRPr>
            </a:lvl7pPr>
            <a:lvl8pPr>
              <a:defRPr sz="2100" b="0">
                <a:solidFill>
                  <a:srgbClr val="183D31"/>
                </a:solidFill>
                <a:latin typeface="Manrope"/>
                <a:ea typeface="Manrope"/>
                <a:cs typeface="Manrope"/>
              </a:defRPr>
            </a:lvl8pPr>
            <a:lvl9pPr>
              <a:defRPr sz="2100" b="0">
                <a:solidFill>
                  <a:srgbClr val="183D31"/>
                </a:solidFill>
                <a:latin typeface="Manrope"/>
                <a:ea typeface="Manrope"/>
                <a:cs typeface="Manrope"/>
              </a:defRPr>
            </a:lvl9pPr>
          </a:lstStyle>
          <a:p xmlns:a="http://schemas.openxmlformats.org/drawingml/2006/main">
            <a:pPr>
              <a:defRPr sz="2100" b="0">
                <a:solidFill>
                  <a:srgbClr val="183D31"/>
                </a:solidFill>
                <a:latin typeface="Manrope"/>
                <a:ea typeface="Manrope"/>
                <a:cs typeface="Manrope"/>
              </a:defRPr>
            </a:pPr>
            <a:r>
              <a:rPr sz="2100" b="0">
                <a:solidFill>
                  <a:srgbClr val="183D31"/>
                </a:solidFill>
                <a:latin typeface="Manrope"/>
                <a:ea typeface="Manrope"/>
                <a:cs typeface="Manrope"/>
              </a:rPr>
              <a:t>Customer acknowledgement</a:t>
            </a:r>
          </a:p>
        </p:txBody>
      </p:sp>
      <p:sp>
        <p:nvSpPr>
          <p:cNvPr id="13" name="text-21">
            <a:extLst xmlns:a="http://schemas.openxmlformats.org/drawingml/2006/main">
              <a:ext uri="{FF2B5EF4-FFF2-40B4-BE49-F238E27FC236}">
                <a16:creationId xmlns:a16="http://schemas.microsoft.com/office/drawing/2014/main" id="{451F0118-C266-4035-92B2-75BF523F52C8}"/>
              </a:ext>
            </a:extLst>
          </p:cNvPr>
          <p:cNvSpPr>
            <a:spLocks xmlns:a="http://schemas.openxmlformats.org/drawingml/2006/main" noGrp="1"/>
          </p:cNvSpPr>
          <p:nvPr/>
        </p:nvSpPr>
        <p:spPr>
          <a:xfrm xmlns:a="http://schemas.openxmlformats.org/drawingml/2006/main">
            <a:off x="628650" y="544830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83D31"/>
                </a:solidFill>
                <a:latin typeface="DM Sans"/>
                <a:ea typeface="DM Sans"/>
                <a:cs typeface="DM Sans"/>
              </a:defRPr>
            </a:defPPr>
            <a:lvl1pPr>
              <a:defRPr sz="1800" b="0">
                <a:solidFill>
                  <a:srgbClr val="183D31"/>
                </a:solidFill>
                <a:latin typeface="DM Sans"/>
                <a:ea typeface="DM Sans"/>
                <a:cs typeface="DM Sans"/>
              </a:defRPr>
            </a:lvl1pPr>
            <a:lvl2pPr>
              <a:defRPr sz="1800" b="0">
                <a:solidFill>
                  <a:srgbClr val="183D31"/>
                </a:solidFill>
                <a:latin typeface="DM Sans"/>
                <a:ea typeface="DM Sans"/>
                <a:cs typeface="DM Sans"/>
              </a:defRPr>
            </a:lvl2pPr>
            <a:lvl3pPr>
              <a:defRPr sz="1800" b="0">
                <a:solidFill>
                  <a:srgbClr val="183D31"/>
                </a:solidFill>
                <a:latin typeface="DM Sans"/>
                <a:ea typeface="DM Sans"/>
                <a:cs typeface="DM Sans"/>
              </a:defRPr>
            </a:lvl3pPr>
            <a:lvl4pPr>
              <a:defRPr sz="1800" b="0">
                <a:solidFill>
                  <a:srgbClr val="183D31"/>
                </a:solidFill>
                <a:latin typeface="DM Sans"/>
                <a:ea typeface="DM Sans"/>
                <a:cs typeface="DM Sans"/>
              </a:defRPr>
            </a:lvl4pPr>
            <a:lvl5pPr>
              <a:defRPr sz="1800" b="0">
                <a:solidFill>
                  <a:srgbClr val="183D31"/>
                </a:solidFill>
                <a:latin typeface="DM Sans"/>
                <a:ea typeface="DM Sans"/>
                <a:cs typeface="DM Sans"/>
              </a:defRPr>
            </a:lvl5pPr>
            <a:lvl6pPr>
              <a:defRPr sz="1800" b="0">
                <a:solidFill>
                  <a:srgbClr val="183D31"/>
                </a:solidFill>
                <a:latin typeface="DM Sans"/>
                <a:ea typeface="DM Sans"/>
                <a:cs typeface="DM Sans"/>
              </a:defRPr>
            </a:lvl6pPr>
            <a:lvl7pPr>
              <a:defRPr sz="1800" b="0">
                <a:solidFill>
                  <a:srgbClr val="183D31"/>
                </a:solidFill>
                <a:latin typeface="DM Sans"/>
                <a:ea typeface="DM Sans"/>
                <a:cs typeface="DM Sans"/>
              </a:defRPr>
            </a:lvl7pPr>
            <a:lvl8pPr>
              <a:defRPr sz="1800" b="0">
                <a:solidFill>
                  <a:srgbClr val="183D31"/>
                </a:solidFill>
                <a:latin typeface="DM Sans"/>
                <a:ea typeface="DM Sans"/>
                <a:cs typeface="DM Sans"/>
              </a:defRPr>
            </a:lvl8pPr>
            <a:lvl9pPr>
              <a:defRPr sz="1800" b="0">
                <a:solidFill>
                  <a:srgbClr val="183D31"/>
                </a:solidFill>
                <a:latin typeface="DM Sans"/>
                <a:ea typeface="DM Sans"/>
                <a:cs typeface="DM Sans"/>
              </a:defRPr>
            </a:lvl9pPr>
          </a:lstStyle>
          <a:p xmlns:a="http://schemas.openxmlformats.org/drawingml/2006/main">
            <a:pPr>
              <a:defRPr sz="1800" b="0">
                <a:solidFill>
                  <a:srgbClr val="183D31"/>
                </a:solidFill>
                <a:latin typeface="DM Sans"/>
                <a:ea typeface="DM Sans"/>
                <a:cs typeface="DM Sans"/>
              </a:defRPr>
            </a:pPr>
            <a:r>
              <a:rPr sz="1800" b="0">
                <a:solidFill>
                  <a:srgbClr val="183D31"/>
                </a:solidFill>
                <a:latin typeface="DM Sans"/>
                <a:ea typeface="DM Sans"/>
                <a:cs typeface="DM Sans"/>
              </a:rPr>
              <a:t>Delhi's solar portal describes five years of vendor O&amp;M under PM Surya Ghar.</a:t>
            </a:r>
          </a:p>
        </p:txBody>
      </p:sp>
      <p:sp>
        <p:nvSpPr>
          <p:cNvPr id="14" name="text-22">
            <a:extLst xmlns:a="http://schemas.openxmlformats.org/drawingml/2006/main">
              <a:ext uri="{FF2B5EF4-FFF2-40B4-BE49-F238E27FC236}">
                <a16:creationId xmlns:a16="http://schemas.microsoft.com/office/drawing/2014/main" id="{2B2FB30F-A751-4C5A-9CF5-EFFD4EEF9797}"/>
              </a:ext>
            </a:extLst>
          </p:cNvPr>
          <p:cNvSpPr>
            <a:spLocks xmlns:a="http://schemas.openxmlformats.org/drawingml/2006/main" noGrp="1"/>
          </p:cNvSpPr>
          <p:nvPr/>
        </p:nvSpPr>
        <p:spPr>
          <a:xfrm xmlns:a="http://schemas.openxmlformats.org/drawingml/2006/main">
            <a:off x="609600" y="63722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6B7E72"/>
                </a:solidFill>
                <a:latin typeface="DM Sans"/>
                <a:ea typeface="DM Sans"/>
                <a:cs typeface="DM Sans"/>
              </a:defRPr>
            </a:defPPr>
            <a:lvl1pPr>
              <a:defRPr sz="975" b="0">
                <a:solidFill>
                  <a:srgbClr val="6B7E72"/>
                </a:solidFill>
                <a:latin typeface="DM Sans"/>
                <a:ea typeface="DM Sans"/>
                <a:cs typeface="DM Sans"/>
              </a:defRPr>
            </a:lvl1pPr>
            <a:lvl2pPr>
              <a:defRPr sz="975" b="0">
                <a:solidFill>
                  <a:srgbClr val="6B7E72"/>
                </a:solidFill>
                <a:latin typeface="DM Sans"/>
                <a:ea typeface="DM Sans"/>
                <a:cs typeface="DM Sans"/>
              </a:defRPr>
            </a:lvl2pPr>
            <a:lvl3pPr>
              <a:defRPr sz="975" b="0">
                <a:solidFill>
                  <a:srgbClr val="6B7E72"/>
                </a:solidFill>
                <a:latin typeface="DM Sans"/>
                <a:ea typeface="DM Sans"/>
                <a:cs typeface="DM Sans"/>
              </a:defRPr>
            </a:lvl3pPr>
            <a:lvl4pPr>
              <a:defRPr sz="975" b="0">
                <a:solidFill>
                  <a:srgbClr val="6B7E72"/>
                </a:solidFill>
                <a:latin typeface="DM Sans"/>
                <a:ea typeface="DM Sans"/>
                <a:cs typeface="DM Sans"/>
              </a:defRPr>
            </a:lvl4pPr>
            <a:lvl5pPr>
              <a:defRPr sz="975" b="0">
                <a:solidFill>
                  <a:srgbClr val="6B7E72"/>
                </a:solidFill>
                <a:latin typeface="DM Sans"/>
                <a:ea typeface="DM Sans"/>
                <a:cs typeface="DM Sans"/>
              </a:defRPr>
            </a:lvl5pPr>
            <a:lvl6pPr>
              <a:defRPr sz="975" b="0">
                <a:solidFill>
                  <a:srgbClr val="6B7E72"/>
                </a:solidFill>
                <a:latin typeface="DM Sans"/>
                <a:ea typeface="DM Sans"/>
                <a:cs typeface="DM Sans"/>
              </a:defRPr>
            </a:lvl6pPr>
            <a:lvl7pPr>
              <a:defRPr sz="975" b="0">
                <a:solidFill>
                  <a:srgbClr val="6B7E72"/>
                </a:solidFill>
                <a:latin typeface="DM Sans"/>
                <a:ea typeface="DM Sans"/>
                <a:cs typeface="DM Sans"/>
              </a:defRPr>
            </a:lvl7pPr>
            <a:lvl8pPr>
              <a:defRPr sz="975" b="0">
                <a:solidFill>
                  <a:srgbClr val="6B7E72"/>
                </a:solidFill>
                <a:latin typeface="DM Sans"/>
                <a:ea typeface="DM Sans"/>
                <a:cs typeface="DM Sans"/>
              </a:defRPr>
            </a:lvl8pPr>
            <a:lvl9pPr>
              <a:defRPr sz="975" b="0">
                <a:solidFill>
                  <a:srgbClr val="6B7E72"/>
                </a:solidFill>
                <a:latin typeface="DM Sans"/>
                <a:ea typeface="DM Sans"/>
                <a:cs typeface="DM Sans"/>
              </a:defRPr>
            </a:lvl9pPr>
          </a:lstStyle>
          <a:p xmlns:a="http://schemas.openxmlformats.org/drawingml/2006/main">
            <a:pPr>
              <a:defRPr sz="975" b="0">
                <a:solidFill>
                  <a:srgbClr val="6B7E72"/>
                </a:solidFill>
                <a:latin typeface="DM Sans"/>
                <a:ea typeface="DM Sans"/>
                <a:cs typeface="DM Sans"/>
              </a:defRPr>
            </a:pPr>
            <a:r>
              <a:rPr sz="975" b="0">
                <a:solidFill>
                  <a:srgbClr val="6B7E72"/>
                </a:solidFill>
                <a:latin typeface="DM Sans"/>
                <a:ea typeface="DM Sans"/>
                <a:cs typeface="DM Sans"/>
              </a:rPr>
              <a:t>Source: Delhi Solar Portal, O&amp;M procedure. Accessed 21 Oct 2026. Context does not establish demand.</a:t>
            </a:r>
          </a:p>
        </p:txBody>
      </p:sp>
      <p:sp>
        <p:nvSpPr>
          <p:cNvPr id="15" name="text-23">
            <a:extLst xmlns:a="http://schemas.openxmlformats.org/drawingml/2006/main">
              <a:ext uri="{FF2B5EF4-FFF2-40B4-BE49-F238E27FC236}">
                <a16:creationId xmlns:a16="http://schemas.microsoft.com/office/drawing/2014/main" id="{412BD3C0-2D82-49FE-ADA3-BD4037C905D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B7E72"/>
                </a:solidFill>
                <a:latin typeface="DM Sans"/>
                <a:ea typeface="DM Sans"/>
                <a:cs typeface="DM Sans"/>
              </a:defRPr>
            </a:defPPr>
            <a:lvl1pPr>
              <a:defRPr sz="1050" b="0">
                <a:solidFill>
                  <a:srgbClr val="6B7E72"/>
                </a:solidFill>
                <a:latin typeface="DM Sans"/>
                <a:ea typeface="DM Sans"/>
                <a:cs typeface="DM Sans"/>
              </a:defRPr>
            </a:lvl1pPr>
            <a:lvl2pPr>
              <a:defRPr sz="1050" b="0">
                <a:solidFill>
                  <a:srgbClr val="6B7E72"/>
                </a:solidFill>
                <a:latin typeface="DM Sans"/>
                <a:ea typeface="DM Sans"/>
                <a:cs typeface="DM Sans"/>
              </a:defRPr>
            </a:lvl2pPr>
            <a:lvl3pPr>
              <a:defRPr sz="1050" b="0">
                <a:solidFill>
                  <a:srgbClr val="6B7E72"/>
                </a:solidFill>
                <a:latin typeface="DM Sans"/>
                <a:ea typeface="DM Sans"/>
                <a:cs typeface="DM Sans"/>
              </a:defRPr>
            </a:lvl3pPr>
            <a:lvl4pPr>
              <a:defRPr sz="1050" b="0">
                <a:solidFill>
                  <a:srgbClr val="6B7E72"/>
                </a:solidFill>
                <a:latin typeface="DM Sans"/>
                <a:ea typeface="DM Sans"/>
                <a:cs typeface="DM Sans"/>
              </a:defRPr>
            </a:lvl4pPr>
            <a:lvl5pPr>
              <a:defRPr sz="1050" b="0">
                <a:solidFill>
                  <a:srgbClr val="6B7E72"/>
                </a:solidFill>
                <a:latin typeface="DM Sans"/>
                <a:ea typeface="DM Sans"/>
                <a:cs typeface="DM Sans"/>
              </a:defRPr>
            </a:lvl5pPr>
            <a:lvl6pPr>
              <a:defRPr sz="1050" b="0">
                <a:solidFill>
                  <a:srgbClr val="6B7E72"/>
                </a:solidFill>
                <a:latin typeface="DM Sans"/>
                <a:ea typeface="DM Sans"/>
                <a:cs typeface="DM Sans"/>
              </a:defRPr>
            </a:lvl6pPr>
            <a:lvl7pPr>
              <a:defRPr sz="1050" b="0">
                <a:solidFill>
                  <a:srgbClr val="6B7E72"/>
                </a:solidFill>
                <a:latin typeface="DM Sans"/>
                <a:ea typeface="DM Sans"/>
                <a:cs typeface="DM Sans"/>
              </a:defRPr>
            </a:lvl7pPr>
            <a:lvl8pPr>
              <a:defRPr sz="1050" b="0">
                <a:solidFill>
                  <a:srgbClr val="6B7E72"/>
                </a:solidFill>
                <a:latin typeface="DM Sans"/>
                <a:ea typeface="DM Sans"/>
                <a:cs typeface="DM Sans"/>
              </a:defRPr>
            </a:lvl8pPr>
            <a:lvl9pPr>
              <a:defRPr sz="1050" b="0">
                <a:solidFill>
                  <a:srgbClr val="6B7E72"/>
                </a:solidFill>
                <a:latin typeface="DM Sans"/>
                <a:ea typeface="DM Sans"/>
                <a:cs typeface="DM Sans"/>
              </a:defRPr>
            </a:lvl9pPr>
          </a:lstStyle>
          <a:p xmlns:a="http://schemas.openxmlformats.org/drawingml/2006/main">
            <a:pPr>
              <a:defRPr sz="1050" b="0">
                <a:solidFill>
                  <a:srgbClr val="6B7E72"/>
                </a:solidFill>
                <a:latin typeface="DM Sans"/>
                <a:ea typeface="DM Sans"/>
                <a:cs typeface="DM Sans"/>
              </a:defRPr>
            </a:pPr>
            <a:r>
              <a:rPr sz="1050" b="0">
                <a:solidFill>
                  <a:srgbClr val="6B7E72"/>
                </a:solidFill>
                <a:latin typeface="DM Sans"/>
                <a:ea typeface="DM Sans"/>
                <a:cs typeface="DM Sans"/>
              </a:rPr>
              <a:t>02</a:t>
            </a:r>
          </a:p>
        </p:txBody>
      </p:sp>
    </p:spTree>
    <p:extLst>
      <p:ext uri="{BB962C8B-B14F-4D97-AF65-F5344CB8AC3E}">
        <p14:creationId xmlns:p14="http://schemas.microsoft.com/office/powerpoint/2010/main" val="1332230563"/>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text-24">
            <a:extLst xmlns:a="http://schemas.openxmlformats.org/drawingml/2006/main">
              <a:ext uri="{FF2B5EF4-FFF2-40B4-BE49-F238E27FC236}">
                <a16:creationId xmlns:a16="http://schemas.microsoft.com/office/drawing/2014/main" id="{C5D07BBC-2309-4054-AF15-0BA476FAD298}"/>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83D31"/>
                </a:solidFill>
                <a:latin typeface="Manrope"/>
                <a:ea typeface="Manrope"/>
                <a:cs typeface="Manrope"/>
              </a:defRPr>
            </a:defPPr>
            <a:lvl1pPr>
              <a:defRPr sz="3450" b="1">
                <a:solidFill>
                  <a:srgbClr val="183D31"/>
                </a:solidFill>
                <a:latin typeface="Manrope"/>
                <a:ea typeface="Manrope"/>
                <a:cs typeface="Manrope"/>
              </a:defRPr>
            </a:lvl1pPr>
            <a:lvl2pPr>
              <a:defRPr sz="3450" b="1">
                <a:solidFill>
                  <a:srgbClr val="183D31"/>
                </a:solidFill>
                <a:latin typeface="Manrope"/>
                <a:ea typeface="Manrope"/>
                <a:cs typeface="Manrope"/>
              </a:defRPr>
            </a:lvl2pPr>
            <a:lvl3pPr>
              <a:defRPr sz="3450" b="1">
                <a:solidFill>
                  <a:srgbClr val="183D31"/>
                </a:solidFill>
                <a:latin typeface="Manrope"/>
                <a:ea typeface="Manrope"/>
                <a:cs typeface="Manrope"/>
              </a:defRPr>
            </a:lvl3pPr>
            <a:lvl4pPr>
              <a:defRPr sz="3450" b="1">
                <a:solidFill>
                  <a:srgbClr val="183D31"/>
                </a:solidFill>
                <a:latin typeface="Manrope"/>
                <a:ea typeface="Manrope"/>
                <a:cs typeface="Manrope"/>
              </a:defRPr>
            </a:lvl4pPr>
            <a:lvl5pPr>
              <a:defRPr sz="3450" b="1">
                <a:solidFill>
                  <a:srgbClr val="183D31"/>
                </a:solidFill>
                <a:latin typeface="Manrope"/>
                <a:ea typeface="Manrope"/>
                <a:cs typeface="Manrope"/>
              </a:defRPr>
            </a:lvl5pPr>
            <a:lvl6pPr>
              <a:defRPr sz="3450" b="1">
                <a:solidFill>
                  <a:srgbClr val="183D31"/>
                </a:solidFill>
                <a:latin typeface="Manrope"/>
                <a:ea typeface="Manrope"/>
                <a:cs typeface="Manrope"/>
              </a:defRPr>
            </a:lvl6pPr>
            <a:lvl7pPr>
              <a:defRPr sz="3450" b="1">
                <a:solidFill>
                  <a:srgbClr val="183D31"/>
                </a:solidFill>
                <a:latin typeface="Manrope"/>
                <a:ea typeface="Manrope"/>
                <a:cs typeface="Manrope"/>
              </a:defRPr>
            </a:lvl7pPr>
            <a:lvl8pPr>
              <a:defRPr sz="3450" b="1">
                <a:solidFill>
                  <a:srgbClr val="183D31"/>
                </a:solidFill>
                <a:latin typeface="Manrope"/>
                <a:ea typeface="Manrope"/>
                <a:cs typeface="Manrope"/>
              </a:defRPr>
            </a:lvl8pPr>
            <a:lvl9pPr>
              <a:defRPr sz="3450" b="1">
                <a:solidFill>
                  <a:srgbClr val="183D31"/>
                </a:solidFill>
                <a:latin typeface="Manrope"/>
                <a:ea typeface="Manrope"/>
                <a:cs typeface="Manrope"/>
              </a:defRPr>
            </a:lvl9pPr>
          </a:lstStyle>
          <a:p xmlns:a="http://schemas.openxmlformats.org/drawingml/2006/main">
            <a:pPr>
              <a:defRPr sz="3450" b="1">
                <a:solidFill>
                  <a:srgbClr val="183D31"/>
                </a:solidFill>
                <a:latin typeface="Manrope"/>
                <a:ea typeface="Manrope"/>
                <a:cs typeface="Manrope"/>
              </a:defRPr>
            </a:pPr>
            <a:r>
              <a:rPr sz="3450" b="1">
                <a:solidFill>
                  <a:srgbClr val="183D31"/>
                </a:solidFill>
                <a:latin typeface="Manrope"/>
                <a:ea typeface="Manrope"/>
                <a:cs typeface="Manrope"/>
              </a:rPr>
              <a:t>The evidence and the next question</a:t>
            </a:r>
          </a:p>
        </p:txBody>
      </p:sp>
      <p:pic>
        <p:nvPicPr>
          <p:cNvPr id="2" name="">
            <a:extLst xmlns:a="http://schemas.openxmlformats.org/drawingml/2006/main">
              <a:ext uri="{FF2B5EF4-FFF2-40B4-BE49-F238E27FC236}">
                <a16:creationId xmlns:a16="http://schemas.microsoft.com/office/drawing/2014/main" id="{B9FDAECA-17B4-4315-A745-F99769C251E9}"/>
              </a:ext>
            </a:extLst>
          </p:cNvPr>
          <p:cNvPicPr>
            <a:picLocks xmlns:a="http://schemas.openxmlformats.org/drawingml/2006/main" noChangeAspect="1"/>
          </p:cNvPicPr>
          <p:nvPr/>
        </p:nvPicPr>
        <p:blipFill>
          <a:blip xmlns:r="http://schemas.openxmlformats.org/officeDocument/2006/relationships" xmlns:a="http://schemas.openxmlformats.org/drawingml/2006/main" r:embed="Radaa9d096e07408c"/>
          <a:stretch xmlns:a="http://schemas.openxmlformats.org/drawingml/2006/main"/>
        </p:blipFill>
        <p:spPr>
          <a:xfrm xmlns:a="http://schemas.openxmlformats.org/drawingml/2006/main">
            <a:off x="769864" y="1295400"/>
            <a:ext cx="6146948" cy="4933950"/>
          </a:xfrm>
          <a:prstGeom xmlns:a="http://schemas.openxmlformats.org/drawingml/2006/main" prst="rect">
            <a:avLst/>
          </a:prstGeom>
        </p:spPr>
      </p:pic>
      <p:sp>
        <p:nvSpPr>
          <p:cNvPr id="3" name="text-25">
            <a:extLst xmlns:a="http://schemas.openxmlformats.org/drawingml/2006/main">
              <a:ext uri="{FF2B5EF4-FFF2-40B4-BE49-F238E27FC236}">
                <a16:creationId xmlns:a16="http://schemas.microsoft.com/office/drawing/2014/main" id="{90C00D85-9211-4A24-BFD0-A54FB10FB465}"/>
              </a:ext>
            </a:extLst>
          </p:cNvPr>
          <p:cNvSpPr>
            <a:spLocks xmlns:a="http://schemas.openxmlformats.org/drawingml/2006/main" noGrp="1"/>
          </p:cNvSpPr>
          <p:nvPr/>
        </p:nvSpPr>
        <p:spPr>
          <a:xfrm xmlns:a="http://schemas.openxmlformats.org/drawingml/2006/main">
            <a:off x="7486650" y="1533525"/>
            <a:ext cx="4000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D31"/>
                </a:solidFill>
                <a:latin typeface="Manrope"/>
                <a:ea typeface="Manrope"/>
                <a:cs typeface="Manrope"/>
              </a:defRPr>
            </a:defPPr>
            <a:lvl1pPr>
              <a:defRPr sz="2175" b="1">
                <a:solidFill>
                  <a:srgbClr val="183D31"/>
                </a:solidFill>
                <a:latin typeface="Manrope"/>
                <a:ea typeface="Manrope"/>
                <a:cs typeface="Manrope"/>
              </a:defRPr>
            </a:lvl1pPr>
            <a:lvl2pPr>
              <a:defRPr sz="2175" b="1">
                <a:solidFill>
                  <a:srgbClr val="183D31"/>
                </a:solidFill>
                <a:latin typeface="Manrope"/>
                <a:ea typeface="Manrope"/>
                <a:cs typeface="Manrope"/>
              </a:defRPr>
            </a:lvl2pPr>
            <a:lvl3pPr>
              <a:defRPr sz="2175" b="1">
                <a:solidFill>
                  <a:srgbClr val="183D31"/>
                </a:solidFill>
                <a:latin typeface="Manrope"/>
                <a:ea typeface="Manrope"/>
                <a:cs typeface="Manrope"/>
              </a:defRPr>
            </a:lvl3pPr>
            <a:lvl4pPr>
              <a:defRPr sz="2175" b="1">
                <a:solidFill>
                  <a:srgbClr val="183D31"/>
                </a:solidFill>
                <a:latin typeface="Manrope"/>
                <a:ea typeface="Manrope"/>
                <a:cs typeface="Manrope"/>
              </a:defRPr>
            </a:lvl4pPr>
            <a:lvl5pPr>
              <a:defRPr sz="2175" b="1">
                <a:solidFill>
                  <a:srgbClr val="183D31"/>
                </a:solidFill>
                <a:latin typeface="Manrope"/>
                <a:ea typeface="Manrope"/>
                <a:cs typeface="Manrope"/>
              </a:defRPr>
            </a:lvl5pPr>
            <a:lvl6pPr>
              <a:defRPr sz="2175" b="1">
                <a:solidFill>
                  <a:srgbClr val="183D31"/>
                </a:solidFill>
                <a:latin typeface="Manrope"/>
                <a:ea typeface="Manrope"/>
                <a:cs typeface="Manrope"/>
              </a:defRPr>
            </a:lvl6pPr>
            <a:lvl7pPr>
              <a:defRPr sz="2175" b="1">
                <a:solidFill>
                  <a:srgbClr val="183D31"/>
                </a:solidFill>
                <a:latin typeface="Manrope"/>
                <a:ea typeface="Manrope"/>
                <a:cs typeface="Manrope"/>
              </a:defRPr>
            </a:lvl7pPr>
            <a:lvl8pPr>
              <a:defRPr sz="2175" b="1">
                <a:solidFill>
                  <a:srgbClr val="183D31"/>
                </a:solidFill>
                <a:latin typeface="Manrope"/>
                <a:ea typeface="Manrope"/>
                <a:cs typeface="Manrope"/>
              </a:defRPr>
            </a:lvl8pPr>
            <a:lvl9pPr>
              <a:defRPr sz="2175" b="1">
                <a:solidFill>
                  <a:srgbClr val="183D31"/>
                </a:solidFill>
                <a:latin typeface="Manrope"/>
                <a:ea typeface="Manrope"/>
                <a:cs typeface="Manrope"/>
              </a:defRPr>
            </a:lvl9pPr>
          </a:lstStyle>
          <a:p xmlns:a="http://schemas.openxmlformats.org/drawingml/2006/main">
            <a:pPr>
              <a:defRPr sz="2175" b="1">
                <a:solidFill>
                  <a:srgbClr val="183D31"/>
                </a:solidFill>
                <a:latin typeface="Manrope"/>
                <a:ea typeface="Manrope"/>
                <a:cs typeface="Manrope"/>
              </a:defRPr>
            </a:pPr>
            <a:r>
              <a:rPr sz="2175" b="1">
                <a:solidFill>
                  <a:srgbClr val="183D31"/>
                </a:solidFill>
                <a:latin typeface="Manrope"/>
                <a:ea typeface="Manrope"/>
                <a:cs typeface="Manrope"/>
              </a:rPr>
              <a:t>A missing test</a:t>
            </a:r>
          </a:p>
          <a:p xmlns:a="http://schemas.openxmlformats.org/drawingml/2006/main">
            <a:pPr>
              <a:defRPr sz="2175" b="1">
                <a:solidFill>
                  <a:srgbClr val="183D31"/>
                </a:solidFill>
                <a:latin typeface="Manrope"/>
                <a:ea typeface="Manrope"/>
                <a:cs typeface="Manrope"/>
              </a:defRPr>
            </a:pPr>
            <a:r>
              <a:rPr sz="2175" b="1">
                <a:solidFill>
                  <a:srgbClr val="183D31"/>
                </a:solidFill>
                <a:latin typeface="Manrope"/>
                <a:ea typeface="Manrope"/>
                <a:cs typeface="Manrope"/>
              </a:rPr>
              <a:t>keeps the record pending</a:t>
            </a:r>
          </a:p>
        </p:txBody>
      </p:sp>
      <p:sp>
        <p:nvSpPr>
          <p:cNvPr id="4" name="text-26">
            <a:extLst xmlns:a="http://schemas.openxmlformats.org/drawingml/2006/main">
              <a:ext uri="{FF2B5EF4-FFF2-40B4-BE49-F238E27FC236}">
                <a16:creationId xmlns:a16="http://schemas.microsoft.com/office/drawing/2014/main" id="{59F4C8E3-487C-468E-A37C-C8EE23A26A66}"/>
              </a:ext>
            </a:extLst>
          </p:cNvPr>
          <p:cNvSpPr>
            <a:spLocks xmlns:a="http://schemas.openxmlformats.org/drawingml/2006/main" noGrp="1"/>
          </p:cNvSpPr>
          <p:nvPr/>
        </p:nvSpPr>
        <p:spPr>
          <a:xfrm xmlns:a="http://schemas.openxmlformats.org/drawingml/2006/main">
            <a:off x="7486650" y="2524125"/>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52E"/>
                </a:solidFill>
                <a:latin typeface="DM Sans"/>
                <a:ea typeface="DM Sans"/>
                <a:cs typeface="DM Sans"/>
              </a:defRPr>
            </a:defPPr>
            <a:lvl1pPr>
              <a:defRPr sz="1725" b="0">
                <a:solidFill>
                  <a:srgbClr val="20352E"/>
                </a:solidFill>
                <a:latin typeface="DM Sans"/>
                <a:ea typeface="DM Sans"/>
                <a:cs typeface="DM Sans"/>
              </a:defRPr>
            </a:lvl1pPr>
            <a:lvl2pPr>
              <a:defRPr sz="1725" b="0">
                <a:solidFill>
                  <a:srgbClr val="20352E"/>
                </a:solidFill>
                <a:latin typeface="DM Sans"/>
                <a:ea typeface="DM Sans"/>
                <a:cs typeface="DM Sans"/>
              </a:defRPr>
            </a:lvl2pPr>
            <a:lvl3pPr>
              <a:defRPr sz="1725" b="0">
                <a:solidFill>
                  <a:srgbClr val="20352E"/>
                </a:solidFill>
                <a:latin typeface="DM Sans"/>
                <a:ea typeface="DM Sans"/>
                <a:cs typeface="DM Sans"/>
              </a:defRPr>
            </a:lvl3pPr>
            <a:lvl4pPr>
              <a:defRPr sz="1725" b="0">
                <a:solidFill>
                  <a:srgbClr val="20352E"/>
                </a:solidFill>
                <a:latin typeface="DM Sans"/>
                <a:ea typeface="DM Sans"/>
                <a:cs typeface="DM Sans"/>
              </a:defRPr>
            </a:lvl4pPr>
            <a:lvl5pPr>
              <a:defRPr sz="1725" b="0">
                <a:solidFill>
                  <a:srgbClr val="20352E"/>
                </a:solidFill>
                <a:latin typeface="DM Sans"/>
                <a:ea typeface="DM Sans"/>
                <a:cs typeface="DM Sans"/>
              </a:defRPr>
            </a:lvl5pPr>
            <a:lvl6pPr>
              <a:defRPr sz="1725" b="0">
                <a:solidFill>
                  <a:srgbClr val="20352E"/>
                </a:solidFill>
                <a:latin typeface="DM Sans"/>
                <a:ea typeface="DM Sans"/>
                <a:cs typeface="DM Sans"/>
              </a:defRPr>
            </a:lvl6pPr>
            <a:lvl7pPr>
              <a:defRPr sz="1725" b="0">
                <a:solidFill>
                  <a:srgbClr val="20352E"/>
                </a:solidFill>
                <a:latin typeface="DM Sans"/>
                <a:ea typeface="DM Sans"/>
                <a:cs typeface="DM Sans"/>
              </a:defRPr>
            </a:lvl7pPr>
            <a:lvl8pPr>
              <a:defRPr sz="1725" b="0">
                <a:solidFill>
                  <a:srgbClr val="20352E"/>
                </a:solidFill>
                <a:latin typeface="DM Sans"/>
                <a:ea typeface="DM Sans"/>
                <a:cs typeface="DM Sans"/>
              </a:defRPr>
            </a:lvl8pPr>
            <a:lvl9pPr>
              <a:defRPr sz="1725" b="0">
                <a:solidFill>
                  <a:srgbClr val="20352E"/>
                </a:solidFill>
                <a:latin typeface="DM Sans"/>
                <a:ea typeface="DM Sans"/>
                <a:cs typeface="DM Sans"/>
              </a:defRPr>
            </a:lvl9pPr>
          </a:lstStyle>
          <a:p xmlns:a="http://schemas.openxmlformats.org/drawingml/2006/main">
            <a:pPr>
              <a:defRPr sz="1725" b="0">
                <a:solidFill>
                  <a:srgbClr val="20352E"/>
                </a:solidFill>
                <a:latin typeface="DM Sans"/>
                <a:ea typeface="DM Sans"/>
                <a:cs typeface="DM Sans"/>
              </a:defRPr>
            </a:pPr>
            <a:r>
              <a:rPr sz="1725" b="0">
                <a:solidFill>
                  <a:srgbClr val="20352E"/>
                </a:solidFill>
                <a:latin typeface="DM Sans"/>
                <a:ea typeface="DM Sans"/>
                <a:cs typeface="DM Sans"/>
              </a:rPr>
              <a:t>“I have not tested it yet”</a:t>
            </a:r>
          </a:p>
          <a:p xmlns:a="http://schemas.openxmlformats.org/drawingml/2006/main">
            <a:pPr>
              <a:defRPr sz="1725" b="0">
                <a:solidFill>
                  <a:srgbClr val="20352E"/>
                </a:solidFill>
                <a:latin typeface="DM Sans"/>
                <a:ea typeface="DM Sans"/>
                <a:cs typeface="DM Sans"/>
              </a:defRPr>
            </a:pPr>
            <a:r>
              <a:rPr sz="1725" b="0">
                <a:solidFill>
                  <a:srgbClr val="20352E"/>
                </a:solidFill>
                <a:latin typeface="DM Sans"/>
                <a:ea typeface="DM Sans"/>
                <a:cs typeface="DM Sans"/>
              </a:rPr>
              <a:t>leaves the observation missing.</a:t>
            </a:r>
          </a:p>
        </p:txBody>
      </p:sp>
      <p:sp>
        <p:nvSpPr>
          <p:cNvPr id="5" name="text-27">
            <a:extLst xmlns:a="http://schemas.openxmlformats.org/drawingml/2006/main">
              <a:ext uri="{FF2B5EF4-FFF2-40B4-BE49-F238E27FC236}">
                <a16:creationId xmlns:a16="http://schemas.microsoft.com/office/drawing/2014/main" id="{B287976D-38F2-485D-A641-B17BE9C4B748}"/>
              </a:ext>
            </a:extLst>
          </p:cNvPr>
          <p:cNvSpPr>
            <a:spLocks xmlns:a="http://schemas.openxmlformats.org/drawingml/2006/main" noGrp="1"/>
          </p:cNvSpPr>
          <p:nvPr/>
        </p:nvSpPr>
        <p:spPr>
          <a:xfrm xmlns:a="http://schemas.openxmlformats.org/drawingml/2006/main">
            <a:off x="7486650" y="3600450"/>
            <a:ext cx="4000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D31"/>
                </a:solidFill>
                <a:latin typeface="Manrope"/>
                <a:ea typeface="Manrope"/>
                <a:cs typeface="Manrope"/>
              </a:defRPr>
            </a:defPPr>
            <a:lvl1pPr>
              <a:defRPr sz="2175" b="1">
                <a:solidFill>
                  <a:srgbClr val="183D31"/>
                </a:solidFill>
                <a:latin typeface="Manrope"/>
                <a:ea typeface="Manrope"/>
                <a:cs typeface="Manrope"/>
              </a:defRPr>
            </a:lvl1pPr>
            <a:lvl2pPr>
              <a:defRPr sz="2175" b="1">
                <a:solidFill>
                  <a:srgbClr val="183D31"/>
                </a:solidFill>
                <a:latin typeface="Manrope"/>
                <a:ea typeface="Manrope"/>
                <a:cs typeface="Manrope"/>
              </a:defRPr>
            </a:lvl2pPr>
            <a:lvl3pPr>
              <a:defRPr sz="2175" b="1">
                <a:solidFill>
                  <a:srgbClr val="183D31"/>
                </a:solidFill>
                <a:latin typeface="Manrope"/>
                <a:ea typeface="Manrope"/>
                <a:cs typeface="Manrope"/>
              </a:defRPr>
            </a:lvl3pPr>
            <a:lvl4pPr>
              <a:defRPr sz="2175" b="1">
                <a:solidFill>
                  <a:srgbClr val="183D31"/>
                </a:solidFill>
                <a:latin typeface="Manrope"/>
                <a:ea typeface="Manrope"/>
                <a:cs typeface="Manrope"/>
              </a:defRPr>
            </a:lvl4pPr>
            <a:lvl5pPr>
              <a:defRPr sz="2175" b="1">
                <a:solidFill>
                  <a:srgbClr val="183D31"/>
                </a:solidFill>
                <a:latin typeface="Manrope"/>
                <a:ea typeface="Manrope"/>
                <a:cs typeface="Manrope"/>
              </a:defRPr>
            </a:lvl5pPr>
            <a:lvl6pPr>
              <a:defRPr sz="2175" b="1">
                <a:solidFill>
                  <a:srgbClr val="183D31"/>
                </a:solidFill>
                <a:latin typeface="Manrope"/>
                <a:ea typeface="Manrope"/>
                <a:cs typeface="Manrope"/>
              </a:defRPr>
            </a:lvl6pPr>
            <a:lvl7pPr>
              <a:defRPr sz="2175" b="1">
                <a:solidFill>
                  <a:srgbClr val="183D31"/>
                </a:solidFill>
                <a:latin typeface="Manrope"/>
                <a:ea typeface="Manrope"/>
                <a:cs typeface="Manrope"/>
              </a:defRPr>
            </a:lvl7pPr>
            <a:lvl8pPr>
              <a:defRPr sz="2175" b="1">
                <a:solidFill>
                  <a:srgbClr val="183D31"/>
                </a:solidFill>
                <a:latin typeface="Manrope"/>
                <a:ea typeface="Manrope"/>
                <a:cs typeface="Manrope"/>
              </a:defRPr>
            </a:lvl8pPr>
            <a:lvl9pPr>
              <a:defRPr sz="2175" b="1">
                <a:solidFill>
                  <a:srgbClr val="183D31"/>
                </a:solidFill>
                <a:latin typeface="Manrope"/>
                <a:ea typeface="Manrope"/>
                <a:cs typeface="Manrope"/>
              </a:defRPr>
            </a:lvl9pPr>
          </a:lstStyle>
          <a:p xmlns:a="http://schemas.openxmlformats.org/drawingml/2006/main">
            <a:pPr>
              <a:defRPr sz="2175" b="1">
                <a:solidFill>
                  <a:srgbClr val="183D31"/>
                </a:solidFill>
                <a:latin typeface="Manrope"/>
                <a:ea typeface="Manrope"/>
                <a:cs typeface="Manrope"/>
              </a:defRPr>
            </a:pPr>
            <a:r>
              <a:rPr sz="2175" b="1">
                <a:solidFill>
                  <a:srgbClr val="183D31"/>
                </a:solidFill>
                <a:latin typeface="Manrope"/>
                <a:ea typeface="Manrope"/>
                <a:cs typeface="Manrope"/>
              </a:rPr>
              <a:t>A reported 4.2 kW</a:t>
            </a:r>
          </a:p>
          <a:p xmlns:a="http://schemas.openxmlformats.org/drawingml/2006/main">
            <a:pPr>
              <a:defRPr sz="2175" b="1">
                <a:solidFill>
                  <a:srgbClr val="183D31"/>
                </a:solidFill>
                <a:latin typeface="Manrope"/>
                <a:ea typeface="Manrope"/>
                <a:cs typeface="Manrope"/>
              </a:defRPr>
            </a:pPr>
            <a:r>
              <a:rPr sz="2175" b="1">
                <a:solidFill>
                  <a:srgbClr val="183D31"/>
                </a:solidFill>
                <a:latin typeface="Manrope"/>
                <a:ea typeface="Manrope"/>
                <a:cs typeface="Manrope"/>
              </a:rPr>
              <a:t>links to its source note</a:t>
            </a:r>
          </a:p>
        </p:txBody>
      </p:sp>
      <p:sp>
        <p:nvSpPr>
          <p:cNvPr id="6" name="text-28">
            <a:extLst xmlns:a="http://schemas.openxmlformats.org/drawingml/2006/main">
              <a:ext uri="{FF2B5EF4-FFF2-40B4-BE49-F238E27FC236}">
                <a16:creationId xmlns:a16="http://schemas.microsoft.com/office/drawing/2014/main" id="{EDEA7B4C-2CD2-44DF-9C9C-2EB50325610E}"/>
              </a:ext>
            </a:extLst>
          </p:cNvPr>
          <p:cNvSpPr>
            <a:spLocks xmlns:a="http://schemas.openxmlformats.org/drawingml/2006/main" noGrp="1"/>
          </p:cNvSpPr>
          <p:nvPr/>
        </p:nvSpPr>
        <p:spPr>
          <a:xfrm xmlns:a="http://schemas.openxmlformats.org/drawingml/2006/main">
            <a:off x="7486650" y="4657725"/>
            <a:ext cx="4000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0352E"/>
                </a:solidFill>
                <a:latin typeface="DM Sans"/>
                <a:ea typeface="DM Sans"/>
                <a:cs typeface="DM Sans"/>
              </a:defRPr>
            </a:defPPr>
            <a:lvl1pPr>
              <a:defRPr sz="1800" b="0">
                <a:solidFill>
                  <a:srgbClr val="20352E"/>
                </a:solidFill>
                <a:latin typeface="DM Sans"/>
                <a:ea typeface="DM Sans"/>
                <a:cs typeface="DM Sans"/>
              </a:defRPr>
            </a:lvl1pPr>
            <a:lvl2pPr>
              <a:defRPr sz="1800" b="0">
                <a:solidFill>
                  <a:srgbClr val="20352E"/>
                </a:solidFill>
                <a:latin typeface="DM Sans"/>
                <a:ea typeface="DM Sans"/>
                <a:cs typeface="DM Sans"/>
              </a:defRPr>
            </a:lvl2pPr>
            <a:lvl3pPr>
              <a:defRPr sz="1800" b="0">
                <a:solidFill>
                  <a:srgbClr val="20352E"/>
                </a:solidFill>
                <a:latin typeface="DM Sans"/>
                <a:ea typeface="DM Sans"/>
                <a:cs typeface="DM Sans"/>
              </a:defRPr>
            </a:lvl3pPr>
            <a:lvl4pPr>
              <a:defRPr sz="1800" b="0">
                <a:solidFill>
                  <a:srgbClr val="20352E"/>
                </a:solidFill>
                <a:latin typeface="DM Sans"/>
                <a:ea typeface="DM Sans"/>
                <a:cs typeface="DM Sans"/>
              </a:defRPr>
            </a:lvl4pPr>
            <a:lvl5pPr>
              <a:defRPr sz="1800" b="0">
                <a:solidFill>
                  <a:srgbClr val="20352E"/>
                </a:solidFill>
                <a:latin typeface="DM Sans"/>
                <a:ea typeface="DM Sans"/>
                <a:cs typeface="DM Sans"/>
              </a:defRPr>
            </a:lvl5pPr>
            <a:lvl6pPr>
              <a:defRPr sz="1800" b="0">
                <a:solidFill>
                  <a:srgbClr val="20352E"/>
                </a:solidFill>
                <a:latin typeface="DM Sans"/>
                <a:ea typeface="DM Sans"/>
                <a:cs typeface="DM Sans"/>
              </a:defRPr>
            </a:lvl6pPr>
            <a:lvl7pPr>
              <a:defRPr sz="1800" b="0">
                <a:solidFill>
                  <a:srgbClr val="20352E"/>
                </a:solidFill>
                <a:latin typeface="DM Sans"/>
                <a:ea typeface="DM Sans"/>
                <a:cs typeface="DM Sans"/>
              </a:defRPr>
            </a:lvl7pPr>
            <a:lvl8pPr>
              <a:defRPr sz="1800" b="0">
                <a:solidFill>
                  <a:srgbClr val="20352E"/>
                </a:solidFill>
                <a:latin typeface="DM Sans"/>
                <a:ea typeface="DM Sans"/>
                <a:cs typeface="DM Sans"/>
              </a:defRPr>
            </a:lvl8pPr>
            <a:lvl9pPr>
              <a:defRPr sz="1800" b="0">
                <a:solidFill>
                  <a:srgbClr val="20352E"/>
                </a:solidFill>
                <a:latin typeface="DM Sans"/>
                <a:ea typeface="DM Sans"/>
                <a:cs typeface="DM Sans"/>
              </a:defRPr>
            </a:lvl9pPr>
          </a:lstStyle>
          <a:p xmlns:a="http://schemas.openxmlformats.org/drawingml/2006/main">
            <a:pPr>
              <a:defRPr sz="1800" b="0">
                <a:solidFill>
                  <a:srgbClr val="20352E"/>
                </a:solidFill>
                <a:latin typeface="DM Sans"/>
                <a:ea typeface="DM Sans"/>
                <a:cs typeface="DM Sans"/>
              </a:defRPr>
            </a:pPr>
            <a:r>
              <a:rPr sz="1800" b="0">
                <a:solidFill>
                  <a:srgbClr val="20352E"/>
                </a:solidFill>
                <a:latin typeface="DM Sans"/>
                <a:ea typeface="DM Sans"/>
                <a:cs typeface="DM Sans"/>
              </a:rPr>
              <a:t>Conflicting repairs require an explicit correction. A human reviews the record.</a:t>
            </a:r>
          </a:p>
        </p:txBody>
      </p:sp>
      <p:sp>
        <p:nvSpPr>
          <p:cNvPr id="7" name="text-29">
            <a:extLst xmlns:a="http://schemas.openxmlformats.org/drawingml/2006/main">
              <a:ext uri="{FF2B5EF4-FFF2-40B4-BE49-F238E27FC236}">
                <a16:creationId xmlns:a16="http://schemas.microsoft.com/office/drawing/2014/main" id="{5DC34DD9-C8AF-4788-B7ED-7357E71A055C}"/>
              </a:ext>
            </a:extLst>
          </p:cNvPr>
          <p:cNvSpPr>
            <a:spLocks xmlns:a="http://schemas.openxmlformats.org/drawingml/2006/main" noGrp="1"/>
          </p:cNvSpPr>
          <p:nvPr/>
        </p:nvSpPr>
        <p:spPr>
          <a:xfrm xmlns:a="http://schemas.openxmlformats.org/drawingml/2006/main">
            <a:off x="609600" y="63722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6B7E72"/>
                </a:solidFill>
                <a:latin typeface="DM Sans"/>
                <a:ea typeface="DM Sans"/>
                <a:cs typeface="DM Sans"/>
              </a:defRPr>
            </a:defPPr>
            <a:lvl1pPr>
              <a:defRPr sz="975" b="0">
                <a:solidFill>
                  <a:srgbClr val="6B7E72"/>
                </a:solidFill>
                <a:latin typeface="DM Sans"/>
                <a:ea typeface="DM Sans"/>
                <a:cs typeface="DM Sans"/>
              </a:defRPr>
            </a:lvl1pPr>
            <a:lvl2pPr>
              <a:defRPr sz="975" b="0">
                <a:solidFill>
                  <a:srgbClr val="6B7E72"/>
                </a:solidFill>
                <a:latin typeface="DM Sans"/>
                <a:ea typeface="DM Sans"/>
                <a:cs typeface="DM Sans"/>
              </a:defRPr>
            </a:lvl2pPr>
            <a:lvl3pPr>
              <a:defRPr sz="975" b="0">
                <a:solidFill>
                  <a:srgbClr val="6B7E72"/>
                </a:solidFill>
                <a:latin typeface="DM Sans"/>
                <a:ea typeface="DM Sans"/>
                <a:cs typeface="DM Sans"/>
              </a:defRPr>
            </a:lvl3pPr>
            <a:lvl4pPr>
              <a:defRPr sz="975" b="0">
                <a:solidFill>
                  <a:srgbClr val="6B7E72"/>
                </a:solidFill>
                <a:latin typeface="DM Sans"/>
                <a:ea typeface="DM Sans"/>
                <a:cs typeface="DM Sans"/>
              </a:defRPr>
            </a:lvl4pPr>
            <a:lvl5pPr>
              <a:defRPr sz="975" b="0">
                <a:solidFill>
                  <a:srgbClr val="6B7E72"/>
                </a:solidFill>
                <a:latin typeface="DM Sans"/>
                <a:ea typeface="DM Sans"/>
                <a:cs typeface="DM Sans"/>
              </a:defRPr>
            </a:lvl5pPr>
            <a:lvl6pPr>
              <a:defRPr sz="975" b="0">
                <a:solidFill>
                  <a:srgbClr val="6B7E72"/>
                </a:solidFill>
                <a:latin typeface="DM Sans"/>
                <a:ea typeface="DM Sans"/>
                <a:cs typeface="DM Sans"/>
              </a:defRPr>
            </a:lvl6pPr>
            <a:lvl7pPr>
              <a:defRPr sz="975" b="0">
                <a:solidFill>
                  <a:srgbClr val="6B7E72"/>
                </a:solidFill>
                <a:latin typeface="DM Sans"/>
                <a:ea typeface="DM Sans"/>
                <a:cs typeface="DM Sans"/>
              </a:defRPr>
            </a:lvl7pPr>
            <a:lvl8pPr>
              <a:defRPr sz="975" b="0">
                <a:solidFill>
                  <a:srgbClr val="6B7E72"/>
                </a:solidFill>
                <a:latin typeface="DM Sans"/>
                <a:ea typeface="DM Sans"/>
                <a:cs typeface="DM Sans"/>
              </a:defRPr>
            </a:lvl8pPr>
            <a:lvl9pPr>
              <a:defRPr sz="975" b="0">
                <a:solidFill>
                  <a:srgbClr val="6B7E72"/>
                </a:solidFill>
                <a:latin typeface="DM Sans"/>
                <a:ea typeface="DM Sans"/>
                <a:cs typeface="DM Sans"/>
              </a:defRPr>
            </a:lvl9pPr>
          </a:lstStyle>
          <a:p xmlns:a="http://schemas.openxmlformats.org/drawingml/2006/main">
            <a:pPr>
              <a:defRPr sz="975" b="0">
                <a:solidFill>
                  <a:srgbClr val="6B7E72"/>
                </a:solidFill>
                <a:latin typeface="DM Sans"/>
                <a:ea typeface="DM Sans"/>
                <a:cs typeface="DM Sans"/>
              </a:defRPr>
            </a:pPr>
            <a:r>
              <a:rPr sz="975" b="0">
                <a:solidFill>
                  <a:srgbClr val="6B7E72"/>
                </a:solidFill>
                <a:latin typeface="DM Sans"/>
                <a:ea typeface="DM Sans"/>
                <a:cs typeface="DM Sans"/>
              </a:rPr>
              <a:t>Actual local prototype, synthetic visit. Source quotes establish submitted statements, not physical work.</a:t>
            </a:r>
          </a:p>
        </p:txBody>
      </p:sp>
      <p:sp>
        <p:nvSpPr>
          <p:cNvPr id="8" name="text-30">
            <a:extLst xmlns:a="http://schemas.openxmlformats.org/drawingml/2006/main">
              <a:ext uri="{FF2B5EF4-FFF2-40B4-BE49-F238E27FC236}">
                <a16:creationId xmlns:a16="http://schemas.microsoft.com/office/drawing/2014/main" id="{ECE1AAD8-66D1-4F3C-AD18-9602C841AD8C}"/>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B7E72"/>
                </a:solidFill>
                <a:latin typeface="DM Sans"/>
                <a:ea typeface="DM Sans"/>
                <a:cs typeface="DM Sans"/>
              </a:defRPr>
            </a:defPPr>
            <a:lvl1pPr>
              <a:defRPr sz="1050" b="0">
                <a:solidFill>
                  <a:srgbClr val="6B7E72"/>
                </a:solidFill>
                <a:latin typeface="DM Sans"/>
                <a:ea typeface="DM Sans"/>
                <a:cs typeface="DM Sans"/>
              </a:defRPr>
            </a:lvl1pPr>
            <a:lvl2pPr>
              <a:defRPr sz="1050" b="0">
                <a:solidFill>
                  <a:srgbClr val="6B7E72"/>
                </a:solidFill>
                <a:latin typeface="DM Sans"/>
                <a:ea typeface="DM Sans"/>
                <a:cs typeface="DM Sans"/>
              </a:defRPr>
            </a:lvl2pPr>
            <a:lvl3pPr>
              <a:defRPr sz="1050" b="0">
                <a:solidFill>
                  <a:srgbClr val="6B7E72"/>
                </a:solidFill>
                <a:latin typeface="DM Sans"/>
                <a:ea typeface="DM Sans"/>
                <a:cs typeface="DM Sans"/>
              </a:defRPr>
            </a:lvl3pPr>
            <a:lvl4pPr>
              <a:defRPr sz="1050" b="0">
                <a:solidFill>
                  <a:srgbClr val="6B7E72"/>
                </a:solidFill>
                <a:latin typeface="DM Sans"/>
                <a:ea typeface="DM Sans"/>
                <a:cs typeface="DM Sans"/>
              </a:defRPr>
            </a:lvl4pPr>
            <a:lvl5pPr>
              <a:defRPr sz="1050" b="0">
                <a:solidFill>
                  <a:srgbClr val="6B7E72"/>
                </a:solidFill>
                <a:latin typeface="DM Sans"/>
                <a:ea typeface="DM Sans"/>
                <a:cs typeface="DM Sans"/>
              </a:defRPr>
            </a:lvl5pPr>
            <a:lvl6pPr>
              <a:defRPr sz="1050" b="0">
                <a:solidFill>
                  <a:srgbClr val="6B7E72"/>
                </a:solidFill>
                <a:latin typeface="DM Sans"/>
                <a:ea typeface="DM Sans"/>
                <a:cs typeface="DM Sans"/>
              </a:defRPr>
            </a:lvl6pPr>
            <a:lvl7pPr>
              <a:defRPr sz="1050" b="0">
                <a:solidFill>
                  <a:srgbClr val="6B7E72"/>
                </a:solidFill>
                <a:latin typeface="DM Sans"/>
                <a:ea typeface="DM Sans"/>
                <a:cs typeface="DM Sans"/>
              </a:defRPr>
            </a:lvl7pPr>
            <a:lvl8pPr>
              <a:defRPr sz="1050" b="0">
                <a:solidFill>
                  <a:srgbClr val="6B7E72"/>
                </a:solidFill>
                <a:latin typeface="DM Sans"/>
                <a:ea typeface="DM Sans"/>
                <a:cs typeface="DM Sans"/>
              </a:defRPr>
            </a:lvl8pPr>
            <a:lvl9pPr>
              <a:defRPr sz="1050" b="0">
                <a:solidFill>
                  <a:srgbClr val="6B7E72"/>
                </a:solidFill>
                <a:latin typeface="DM Sans"/>
                <a:ea typeface="DM Sans"/>
                <a:cs typeface="DM Sans"/>
              </a:defRPr>
            </a:lvl9pPr>
          </a:lstStyle>
          <a:p xmlns:a="http://schemas.openxmlformats.org/drawingml/2006/main">
            <a:pPr>
              <a:defRPr sz="1050" b="0">
                <a:solidFill>
                  <a:srgbClr val="6B7E72"/>
                </a:solidFill>
                <a:latin typeface="DM Sans"/>
                <a:ea typeface="DM Sans"/>
                <a:cs typeface="DM Sans"/>
              </a:defRPr>
            </a:pPr>
            <a:r>
              <a:rPr sz="1050" b="0">
                <a:solidFill>
                  <a:srgbClr val="6B7E72"/>
                </a:solidFill>
                <a:latin typeface="DM Sans"/>
                <a:ea typeface="DM Sans"/>
                <a:cs typeface="DM Sans"/>
              </a:rPr>
              <a:t>03</a:t>
            </a:r>
          </a:p>
        </p:txBody>
      </p:sp>
    </p:spTree>
    <p:extLst>
      <p:ext uri="{BB962C8B-B14F-4D97-AF65-F5344CB8AC3E}">
        <p14:creationId xmlns:p14="http://schemas.microsoft.com/office/powerpoint/2010/main" val="1526946706"/>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68847D02-2A15-4587-8FDE-314EEACBDD82}"/>
              </a:ext>
            </a:extLst>
          </p:cNvPr>
          <p:cNvCxnSpPr>
            <a:stCxn xmlns:a="http://schemas.openxmlformats.org/drawingml/2006/main" id="13" idx="3"/>
            <a:endCxn xmlns:a="http://schemas.openxmlformats.org/drawingml/2006/main" id="14" idx="1"/>
          </p:cNvCxnSpPr>
          <p:nvPr/>
        </p:nvCxnSpPr>
        <p:spPr>
          <a:xfrm xmlns:a="http://schemas.openxmlformats.org/drawingml/2006/main">
            <a:off x="9296400" y="4762500"/>
            <a:ext cx="457200" cy="0"/>
          </a:xfrm>
          <a:prstGeom xmlns:a="http://schemas.openxmlformats.org/drawingml/2006/main" prst="straightConnector1">
            <a:avLst/>
          </a:prstGeom>
          <a:ln xmlns:a="http://schemas.openxmlformats.org/drawingml/2006/main" w="19050">
            <a:solidFill>
              <a:srgbClr val="183D31"/>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8069E42A-07DF-4476-9FA7-23D438DFDCB5}"/>
              </a:ext>
            </a:extLst>
          </p:cNvPr>
          <p:cNvCxnSpPr>
            <a:stCxn xmlns:a="http://schemas.openxmlformats.org/drawingml/2006/main" id="12" idx="3"/>
            <a:endCxn xmlns:a="http://schemas.openxmlformats.org/drawingml/2006/main" id="13" idx="1"/>
          </p:cNvCxnSpPr>
          <p:nvPr/>
        </p:nvCxnSpPr>
        <p:spPr>
          <a:xfrm xmlns:a="http://schemas.openxmlformats.org/drawingml/2006/main">
            <a:off x="7010400" y="4762500"/>
            <a:ext cx="457200" cy="0"/>
          </a:xfrm>
          <a:prstGeom xmlns:a="http://schemas.openxmlformats.org/drawingml/2006/main" prst="straightConnector1">
            <a:avLst/>
          </a:prstGeom>
          <a:ln xmlns:a="http://schemas.openxmlformats.org/drawingml/2006/main" w="19050">
            <a:solidFill>
              <a:srgbClr val="183D31"/>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4DD93308-617E-47F7-B3A6-E10E17F44B41}"/>
              </a:ext>
            </a:extLst>
          </p:cNvPr>
          <p:cNvCxnSpPr>
            <a:stCxn xmlns:a="http://schemas.openxmlformats.org/drawingml/2006/main" id="11" idx="3"/>
            <a:endCxn xmlns:a="http://schemas.openxmlformats.org/drawingml/2006/main" id="12" idx="1"/>
          </p:cNvCxnSpPr>
          <p:nvPr/>
        </p:nvCxnSpPr>
        <p:spPr>
          <a:xfrm xmlns:a="http://schemas.openxmlformats.org/drawingml/2006/main">
            <a:off x="4724400" y="4762500"/>
            <a:ext cx="457200" cy="0"/>
          </a:xfrm>
          <a:prstGeom xmlns:a="http://schemas.openxmlformats.org/drawingml/2006/main" prst="straightConnector1">
            <a:avLst/>
          </a:prstGeom>
          <a:ln xmlns:a="http://schemas.openxmlformats.org/drawingml/2006/main" w="19050">
            <a:solidFill>
              <a:srgbClr val="183D31"/>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A49FBA69-DA2B-41A3-9198-9D606EA5378C}"/>
              </a:ext>
            </a:extLst>
          </p:cNvPr>
          <p:cNvCxnSpPr>
            <a:stCxn xmlns:a="http://schemas.openxmlformats.org/drawingml/2006/main" id="10" idx="3"/>
            <a:endCxn xmlns:a="http://schemas.openxmlformats.org/drawingml/2006/main" id="11" idx="1"/>
          </p:cNvCxnSpPr>
          <p:nvPr/>
        </p:nvCxnSpPr>
        <p:spPr>
          <a:xfrm xmlns:a="http://schemas.openxmlformats.org/drawingml/2006/main">
            <a:off x="2438400" y="4762500"/>
            <a:ext cx="457200" cy="0"/>
          </a:xfrm>
          <a:prstGeom xmlns:a="http://schemas.openxmlformats.org/drawingml/2006/main" prst="straightConnector1">
            <a:avLst/>
          </a:prstGeom>
          <a:ln xmlns:a="http://schemas.openxmlformats.org/drawingml/2006/main" w="19050">
            <a:solidFill>
              <a:srgbClr val="183D31"/>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D607B7E0-0AA3-498F-8D7C-542E3A4276AF}"/>
              </a:ext>
            </a:extLst>
          </p:cNvPr>
          <p:cNvCxnSpPr>
            <a:stCxn xmlns:a="http://schemas.openxmlformats.org/drawingml/2006/main" id="5" idx="3"/>
            <a:endCxn xmlns:a="http://schemas.openxmlformats.org/drawingml/2006/main" id="6" idx="1"/>
          </p:cNvCxnSpPr>
          <p:nvPr/>
        </p:nvCxnSpPr>
        <p:spPr>
          <a:xfrm xmlns:a="http://schemas.openxmlformats.org/drawingml/2006/main">
            <a:off x="7210425" y="2838450"/>
            <a:ext cx="695325" cy="0"/>
          </a:xfrm>
          <a:prstGeom xmlns:a="http://schemas.openxmlformats.org/drawingml/2006/main" prst="straightConnector1">
            <a:avLst/>
          </a:prstGeom>
          <a:ln xmlns:a="http://schemas.openxmlformats.org/drawingml/2006/main" w="19050">
            <a:solidFill>
              <a:srgbClr val="6B7E72"/>
            </a:solidFill>
            <a:prstDash val="dash"/>
            <a:tailEnd type="triangle" w="sm" len="sm"/>
          </a:ln>
        </p:spPr>
      </p:cxnSp>
      <p:cxnSp>
        <p:nvCxnSpPr>
          <p:cNvPr id="7" name="">
            <a:extLst xmlns:a="http://schemas.openxmlformats.org/drawingml/2006/main">
              <a:ext uri="{FF2B5EF4-FFF2-40B4-BE49-F238E27FC236}">
                <a16:creationId xmlns:a16="http://schemas.microsoft.com/office/drawing/2014/main" id="{5126CCB5-681D-4C28-ABA7-EFEE7D8A2CD6}"/>
              </a:ext>
            </a:extLst>
          </p:cNvPr>
          <p:cNvCxnSpPr>
            <a:stCxn xmlns:a="http://schemas.openxmlformats.org/drawingml/2006/main" id="4" idx="3"/>
            <a:endCxn xmlns:a="http://schemas.openxmlformats.org/drawingml/2006/main" id="5" idx="1"/>
          </p:cNvCxnSpPr>
          <p:nvPr/>
        </p:nvCxnSpPr>
        <p:spPr>
          <a:xfrm xmlns:a="http://schemas.openxmlformats.org/drawingml/2006/main">
            <a:off x="3390900" y="2838450"/>
            <a:ext cx="704850" cy="0"/>
          </a:xfrm>
          <a:prstGeom xmlns:a="http://schemas.openxmlformats.org/drawingml/2006/main" prst="straightConnector1">
            <a:avLst/>
          </a:prstGeom>
          <a:ln xmlns:a="http://schemas.openxmlformats.org/drawingml/2006/main" w="19050">
            <a:solidFill>
              <a:srgbClr val="6B7E72"/>
            </a:solidFill>
            <a:prstDash val="dash"/>
            <a:tailEnd type="triangle" w="sm" len="sm"/>
          </a:ln>
        </p:spPr>
      </p:cxnSp>
      <p:sp>
        <p:nvSpPr>
          <p:cNvPr id="22" name="text-31">
            <a:extLst xmlns:a="http://schemas.openxmlformats.org/drawingml/2006/main">
              <a:ext uri="{FF2B5EF4-FFF2-40B4-BE49-F238E27FC236}">
                <a16:creationId xmlns:a16="http://schemas.microsoft.com/office/drawing/2014/main" id="{579C405F-D4A5-405F-ADED-0AB11F04FC83}"/>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83D31"/>
                </a:solidFill>
                <a:latin typeface="Manrope"/>
                <a:ea typeface="Manrope"/>
                <a:cs typeface="Manrope"/>
              </a:defRPr>
            </a:defPPr>
            <a:lvl1pPr>
              <a:defRPr sz="3450" b="1">
                <a:solidFill>
                  <a:srgbClr val="183D31"/>
                </a:solidFill>
                <a:latin typeface="Manrope"/>
                <a:ea typeface="Manrope"/>
                <a:cs typeface="Manrope"/>
              </a:defRPr>
            </a:lvl1pPr>
            <a:lvl2pPr>
              <a:defRPr sz="3450" b="1">
                <a:solidFill>
                  <a:srgbClr val="183D31"/>
                </a:solidFill>
                <a:latin typeface="Manrope"/>
                <a:ea typeface="Manrope"/>
                <a:cs typeface="Manrope"/>
              </a:defRPr>
            </a:lvl2pPr>
            <a:lvl3pPr>
              <a:defRPr sz="3450" b="1">
                <a:solidFill>
                  <a:srgbClr val="183D31"/>
                </a:solidFill>
                <a:latin typeface="Manrope"/>
                <a:ea typeface="Manrope"/>
                <a:cs typeface="Manrope"/>
              </a:defRPr>
            </a:lvl3pPr>
            <a:lvl4pPr>
              <a:defRPr sz="3450" b="1">
                <a:solidFill>
                  <a:srgbClr val="183D31"/>
                </a:solidFill>
                <a:latin typeface="Manrope"/>
                <a:ea typeface="Manrope"/>
                <a:cs typeface="Manrope"/>
              </a:defRPr>
            </a:lvl4pPr>
            <a:lvl5pPr>
              <a:defRPr sz="3450" b="1">
                <a:solidFill>
                  <a:srgbClr val="183D31"/>
                </a:solidFill>
                <a:latin typeface="Manrope"/>
                <a:ea typeface="Manrope"/>
                <a:cs typeface="Manrope"/>
              </a:defRPr>
            </a:lvl5pPr>
            <a:lvl6pPr>
              <a:defRPr sz="3450" b="1">
                <a:solidFill>
                  <a:srgbClr val="183D31"/>
                </a:solidFill>
                <a:latin typeface="Manrope"/>
                <a:ea typeface="Manrope"/>
                <a:cs typeface="Manrope"/>
              </a:defRPr>
            </a:lvl6pPr>
            <a:lvl7pPr>
              <a:defRPr sz="3450" b="1">
                <a:solidFill>
                  <a:srgbClr val="183D31"/>
                </a:solidFill>
                <a:latin typeface="Manrope"/>
                <a:ea typeface="Manrope"/>
                <a:cs typeface="Manrope"/>
              </a:defRPr>
            </a:lvl7pPr>
            <a:lvl8pPr>
              <a:defRPr sz="3450" b="1">
                <a:solidFill>
                  <a:srgbClr val="183D31"/>
                </a:solidFill>
                <a:latin typeface="Manrope"/>
                <a:ea typeface="Manrope"/>
                <a:cs typeface="Manrope"/>
              </a:defRPr>
            </a:lvl8pPr>
            <a:lvl9pPr>
              <a:defRPr sz="3450" b="1">
                <a:solidFill>
                  <a:srgbClr val="183D31"/>
                </a:solidFill>
                <a:latin typeface="Manrope"/>
                <a:ea typeface="Manrope"/>
                <a:cs typeface="Manrope"/>
              </a:defRPr>
            </a:lvl9pPr>
          </a:lstStyle>
          <a:p xmlns:a="http://schemas.openxmlformats.org/drawingml/2006/main">
            <a:pPr>
              <a:defRPr sz="3450" b="1">
                <a:solidFill>
                  <a:srgbClr val="183D31"/>
                </a:solidFill>
                <a:latin typeface="Manrope"/>
                <a:ea typeface="Manrope"/>
                <a:cs typeface="Manrope"/>
              </a:defRPr>
            </a:pPr>
            <a:r>
              <a:rPr sz="3450" b="1">
                <a:solidFill>
                  <a:srgbClr val="183D31"/>
                </a:solidFill>
                <a:latin typeface="Manrope"/>
                <a:ea typeface="Manrope"/>
                <a:cs typeface="Manrope"/>
              </a:rPr>
              <a:t>The rule engine and the voice layer</a:t>
            </a:r>
          </a:p>
        </p:txBody>
      </p:sp>
      <p:sp>
        <p:nvSpPr>
          <p:cNvPr id="2" name="text-32">
            <a:extLst xmlns:a="http://schemas.openxmlformats.org/drawingml/2006/main">
              <a:ext uri="{FF2B5EF4-FFF2-40B4-BE49-F238E27FC236}">
                <a16:creationId xmlns:a16="http://schemas.microsoft.com/office/drawing/2014/main" id="{C558907E-E4CB-401E-8B22-D1F18BAE6DC6}"/>
              </a:ext>
            </a:extLst>
          </p:cNvPr>
          <p:cNvSpPr>
            <a:spLocks xmlns:a="http://schemas.openxmlformats.org/drawingml/2006/main" noGrp="1"/>
          </p:cNvSpPr>
          <p:nvPr/>
        </p:nvSpPr>
        <p:spPr>
          <a:xfrm xmlns:a="http://schemas.openxmlformats.org/drawingml/2006/main">
            <a:off x="609600" y="1381125"/>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6B7E72"/>
                </a:solidFill>
                <a:latin typeface="DM Sans"/>
                <a:ea typeface="DM Sans"/>
                <a:cs typeface="DM Sans"/>
              </a:defRPr>
            </a:defPPr>
            <a:lvl1pPr>
              <a:defRPr sz="1650" b="1">
                <a:solidFill>
                  <a:srgbClr val="6B7E72"/>
                </a:solidFill>
                <a:latin typeface="DM Sans"/>
                <a:ea typeface="DM Sans"/>
                <a:cs typeface="DM Sans"/>
              </a:defRPr>
            </a:lvl1pPr>
            <a:lvl2pPr>
              <a:defRPr sz="1650" b="1">
                <a:solidFill>
                  <a:srgbClr val="6B7E72"/>
                </a:solidFill>
                <a:latin typeface="DM Sans"/>
                <a:ea typeface="DM Sans"/>
                <a:cs typeface="DM Sans"/>
              </a:defRPr>
            </a:lvl2pPr>
            <a:lvl3pPr>
              <a:defRPr sz="1650" b="1">
                <a:solidFill>
                  <a:srgbClr val="6B7E72"/>
                </a:solidFill>
                <a:latin typeface="DM Sans"/>
                <a:ea typeface="DM Sans"/>
                <a:cs typeface="DM Sans"/>
              </a:defRPr>
            </a:lvl3pPr>
            <a:lvl4pPr>
              <a:defRPr sz="1650" b="1">
                <a:solidFill>
                  <a:srgbClr val="6B7E72"/>
                </a:solidFill>
                <a:latin typeface="DM Sans"/>
                <a:ea typeface="DM Sans"/>
                <a:cs typeface="DM Sans"/>
              </a:defRPr>
            </a:lvl4pPr>
            <a:lvl5pPr>
              <a:defRPr sz="1650" b="1">
                <a:solidFill>
                  <a:srgbClr val="6B7E72"/>
                </a:solidFill>
                <a:latin typeface="DM Sans"/>
                <a:ea typeface="DM Sans"/>
                <a:cs typeface="DM Sans"/>
              </a:defRPr>
            </a:lvl5pPr>
            <a:lvl6pPr>
              <a:defRPr sz="1650" b="1">
                <a:solidFill>
                  <a:srgbClr val="6B7E72"/>
                </a:solidFill>
                <a:latin typeface="DM Sans"/>
                <a:ea typeface="DM Sans"/>
                <a:cs typeface="DM Sans"/>
              </a:defRPr>
            </a:lvl6pPr>
            <a:lvl7pPr>
              <a:defRPr sz="1650" b="1">
                <a:solidFill>
                  <a:srgbClr val="6B7E72"/>
                </a:solidFill>
                <a:latin typeface="DM Sans"/>
                <a:ea typeface="DM Sans"/>
                <a:cs typeface="DM Sans"/>
              </a:defRPr>
            </a:lvl7pPr>
            <a:lvl8pPr>
              <a:defRPr sz="1650" b="1">
                <a:solidFill>
                  <a:srgbClr val="6B7E72"/>
                </a:solidFill>
                <a:latin typeface="DM Sans"/>
                <a:ea typeface="DM Sans"/>
                <a:cs typeface="DM Sans"/>
              </a:defRPr>
            </a:lvl8pPr>
            <a:lvl9pPr>
              <a:defRPr sz="1650" b="1">
                <a:solidFill>
                  <a:srgbClr val="6B7E72"/>
                </a:solidFill>
                <a:latin typeface="DM Sans"/>
                <a:ea typeface="DM Sans"/>
                <a:cs typeface="DM Sans"/>
              </a:defRPr>
            </a:lvl9pPr>
          </a:lstStyle>
          <a:p xmlns:a="http://schemas.openxmlformats.org/drawingml/2006/main">
            <a:pPr>
              <a:defRPr sz="1650" b="1">
                <a:solidFill>
                  <a:srgbClr val="6B7E72"/>
                </a:solidFill>
                <a:latin typeface="DM Sans"/>
                <a:ea typeface="DM Sans"/>
                <a:cs typeface="DM Sans"/>
              </a:defRPr>
            </a:pPr>
            <a:r>
              <a:rPr sz="1650" b="1">
                <a:solidFill>
                  <a:srgbClr val="6B7E72"/>
                </a:solidFill>
                <a:latin typeface="DM Sans"/>
                <a:ea typeface="DM Sans"/>
                <a:cs typeface="DM Sans"/>
              </a:rPr>
              <a:t>Optional live path</a:t>
            </a:r>
          </a:p>
        </p:txBody>
      </p:sp>
      <p:sp>
        <p:nvSpPr>
          <p:cNvPr id="3" name="text-33">
            <a:extLst xmlns:a="http://schemas.openxmlformats.org/drawingml/2006/main">
              <a:ext uri="{FF2B5EF4-FFF2-40B4-BE49-F238E27FC236}">
                <a16:creationId xmlns:a16="http://schemas.microsoft.com/office/drawing/2014/main" id="{811B5E08-CF9F-49DC-9678-7E45C94A2A2A}"/>
              </a:ext>
            </a:extLst>
          </p:cNvPr>
          <p:cNvSpPr>
            <a:spLocks xmlns:a="http://schemas.openxmlformats.org/drawingml/2006/main" noGrp="1"/>
          </p:cNvSpPr>
          <p:nvPr/>
        </p:nvSpPr>
        <p:spPr>
          <a:xfrm xmlns:a="http://schemas.openxmlformats.org/drawingml/2006/main">
            <a:off x="609600" y="16954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0352E"/>
                </a:solidFill>
                <a:latin typeface="DM Sans"/>
                <a:ea typeface="DM Sans"/>
                <a:cs typeface="DM Sans"/>
              </a:defRPr>
            </a:defPPr>
            <a:lvl1pPr>
              <a:defRPr sz="1800" b="0">
                <a:solidFill>
                  <a:srgbClr val="20352E"/>
                </a:solidFill>
                <a:latin typeface="DM Sans"/>
                <a:ea typeface="DM Sans"/>
                <a:cs typeface="DM Sans"/>
              </a:defRPr>
            </a:lvl1pPr>
            <a:lvl2pPr>
              <a:defRPr sz="1800" b="0">
                <a:solidFill>
                  <a:srgbClr val="20352E"/>
                </a:solidFill>
                <a:latin typeface="DM Sans"/>
                <a:ea typeface="DM Sans"/>
                <a:cs typeface="DM Sans"/>
              </a:defRPr>
            </a:lvl2pPr>
            <a:lvl3pPr>
              <a:defRPr sz="1800" b="0">
                <a:solidFill>
                  <a:srgbClr val="20352E"/>
                </a:solidFill>
                <a:latin typeface="DM Sans"/>
                <a:ea typeface="DM Sans"/>
                <a:cs typeface="DM Sans"/>
              </a:defRPr>
            </a:lvl3pPr>
            <a:lvl4pPr>
              <a:defRPr sz="1800" b="0">
                <a:solidFill>
                  <a:srgbClr val="20352E"/>
                </a:solidFill>
                <a:latin typeface="DM Sans"/>
                <a:ea typeface="DM Sans"/>
                <a:cs typeface="DM Sans"/>
              </a:defRPr>
            </a:lvl4pPr>
            <a:lvl5pPr>
              <a:defRPr sz="1800" b="0">
                <a:solidFill>
                  <a:srgbClr val="20352E"/>
                </a:solidFill>
                <a:latin typeface="DM Sans"/>
                <a:ea typeface="DM Sans"/>
                <a:cs typeface="DM Sans"/>
              </a:defRPr>
            </a:lvl5pPr>
            <a:lvl6pPr>
              <a:defRPr sz="1800" b="0">
                <a:solidFill>
                  <a:srgbClr val="20352E"/>
                </a:solidFill>
                <a:latin typeface="DM Sans"/>
                <a:ea typeface="DM Sans"/>
                <a:cs typeface="DM Sans"/>
              </a:defRPr>
            </a:lvl6pPr>
            <a:lvl7pPr>
              <a:defRPr sz="1800" b="0">
                <a:solidFill>
                  <a:srgbClr val="20352E"/>
                </a:solidFill>
                <a:latin typeface="DM Sans"/>
                <a:ea typeface="DM Sans"/>
                <a:cs typeface="DM Sans"/>
              </a:defRPr>
            </a:lvl7pPr>
            <a:lvl8pPr>
              <a:defRPr sz="1800" b="0">
                <a:solidFill>
                  <a:srgbClr val="20352E"/>
                </a:solidFill>
                <a:latin typeface="DM Sans"/>
                <a:ea typeface="DM Sans"/>
                <a:cs typeface="DM Sans"/>
              </a:defRPr>
            </a:lvl8pPr>
            <a:lvl9pPr>
              <a:defRPr sz="1800" b="0">
                <a:solidFill>
                  <a:srgbClr val="20352E"/>
                </a:solidFill>
                <a:latin typeface="DM Sans"/>
                <a:ea typeface="DM Sans"/>
                <a:cs typeface="DM Sans"/>
              </a:defRPr>
            </a:lvl9pPr>
          </a:lstStyle>
          <a:p xmlns:a="http://schemas.openxmlformats.org/drawingml/2006/main">
            <a:pPr>
              <a:defRPr sz="1800" b="0">
                <a:solidFill>
                  <a:srgbClr val="20352E"/>
                </a:solidFill>
                <a:latin typeface="DM Sans"/>
                <a:ea typeface="DM Sans"/>
                <a:cs typeface="DM Sans"/>
              </a:defRPr>
            </a:pPr>
            <a:r>
              <a:rPr sz="1800" b="0">
                <a:solidFill>
                  <a:srgbClr val="20352E"/>
                </a:solidFill>
                <a:latin typeface="DM Sans"/>
                <a:ea typeface="DM Sans"/>
                <a:cs typeface="DM Sans"/>
              </a:rPr>
              <a:t>Connection and report callbacks verified.</a:t>
            </a:r>
          </a:p>
          <a:p xmlns:a="http://schemas.openxmlformats.org/drawingml/2006/main">
            <a:pPr>
              <a:defRPr sz="1800" b="0">
                <a:solidFill>
                  <a:srgbClr val="20352E"/>
                </a:solidFill>
                <a:latin typeface="DM Sans"/>
                <a:ea typeface="DM Sans"/>
                <a:cs typeface="DM Sans"/>
              </a:defRPr>
            </a:pPr>
            <a:r>
              <a:rPr sz="1800" b="0">
                <a:solidFill>
                  <a:srgbClr val="20352E"/>
                </a:solidFill>
                <a:latin typeface="DM Sans"/>
                <a:ea typeface="DM Sans"/>
                <a:cs typeface="DM Sans"/>
              </a:rPr>
              <a:t>Complete spoken handover remains unverified.</a:t>
            </a:r>
          </a:p>
        </p:txBody>
      </p:sp>
      <p:sp>
        <p:nvSpPr>
          <p:cNvPr id="4" name="diagram-34">
            <a:extLst xmlns:a="http://schemas.openxmlformats.org/drawingml/2006/main">
              <a:ext uri="{FF2B5EF4-FFF2-40B4-BE49-F238E27FC236}">
                <a16:creationId xmlns:a16="http://schemas.microsoft.com/office/drawing/2014/main" id="{1E6FD076-5191-46DF-9193-FC1F0EE405A8}"/>
              </a:ext>
            </a:extLst>
          </p:cNvPr>
          <p:cNvSpPr>
            <a:spLocks xmlns:a="http://schemas.openxmlformats.org/drawingml/2006/main" noGrp="1"/>
          </p:cNvSpPr>
          <p:nvPr/>
        </p:nvSpPr>
        <p:spPr>
          <a:xfrm xmlns:a="http://schemas.openxmlformats.org/drawingml/2006/main">
            <a:off x="609600" y="2381250"/>
            <a:ext cx="2781300" cy="914400"/>
          </a:xfrm>
          <a:prstGeom xmlns:a="http://schemas.openxmlformats.org/drawingml/2006/main" prst="rect">
            <a:avLst/>
          </a:prstGeom>
          <a:solidFill xmlns:a="http://schemas.openxmlformats.org/drawingml/2006/main">
            <a:srgbClr val="FFFFFF"/>
          </a:solidFill>
          <a:ln xmlns:a="http://schemas.openxmlformats.org/drawingml/2006/main" w="12383">
            <a:solidFill>
              <a:srgbClr val="DBE3D9"/>
            </a:solidFill>
            <a:prstDash val="dash"/>
          </a:ln>
        </p:spPr>
        <p:txBody>
          <a:bodyPr xmlns:a="http://schemas.openxmlformats.org/drawingml/2006/main" lIns="152400" tIns="152400" rIns="152400" bIns="152400" anchor="ctr"/>
          <a:lstStyle xmlns:a="http://schemas.openxmlformats.org/drawingml/2006/main">
            <a:defPPr algn="ctr">
              <a:defRPr sz="1800" b="0">
                <a:solidFill>
                  <a:srgbClr val="183D31"/>
                </a:solidFill>
                <a:latin typeface="DM Sans"/>
                <a:ea typeface="DM Sans"/>
                <a:cs typeface="DM Sans"/>
              </a:defRPr>
            </a:defPPr>
            <a:lvl1pPr algn="ctr">
              <a:defRPr sz="1800" b="0">
                <a:solidFill>
                  <a:srgbClr val="183D31"/>
                </a:solidFill>
                <a:latin typeface="DM Sans"/>
                <a:ea typeface="DM Sans"/>
                <a:cs typeface="DM Sans"/>
              </a:defRPr>
            </a:lvl1pPr>
            <a:lvl2pPr algn="ctr">
              <a:defRPr sz="1800" b="0">
                <a:solidFill>
                  <a:srgbClr val="183D31"/>
                </a:solidFill>
                <a:latin typeface="DM Sans"/>
                <a:ea typeface="DM Sans"/>
                <a:cs typeface="DM Sans"/>
              </a:defRPr>
            </a:lvl2pPr>
            <a:lvl3pPr algn="ctr">
              <a:defRPr sz="1800" b="0">
                <a:solidFill>
                  <a:srgbClr val="183D31"/>
                </a:solidFill>
                <a:latin typeface="DM Sans"/>
                <a:ea typeface="DM Sans"/>
                <a:cs typeface="DM Sans"/>
              </a:defRPr>
            </a:lvl3pPr>
            <a:lvl4pPr algn="ctr">
              <a:defRPr sz="1800" b="0">
                <a:solidFill>
                  <a:srgbClr val="183D31"/>
                </a:solidFill>
                <a:latin typeface="DM Sans"/>
                <a:ea typeface="DM Sans"/>
                <a:cs typeface="DM Sans"/>
              </a:defRPr>
            </a:lvl4pPr>
            <a:lvl5pPr algn="ctr">
              <a:defRPr sz="1800" b="0">
                <a:solidFill>
                  <a:srgbClr val="183D31"/>
                </a:solidFill>
                <a:latin typeface="DM Sans"/>
                <a:ea typeface="DM Sans"/>
                <a:cs typeface="DM Sans"/>
              </a:defRPr>
            </a:lvl5pPr>
            <a:lvl6pPr algn="ctr">
              <a:defRPr sz="1800" b="0">
                <a:solidFill>
                  <a:srgbClr val="183D31"/>
                </a:solidFill>
                <a:latin typeface="DM Sans"/>
                <a:ea typeface="DM Sans"/>
                <a:cs typeface="DM Sans"/>
              </a:defRPr>
            </a:lvl6pPr>
            <a:lvl7pPr algn="ctr">
              <a:defRPr sz="1800" b="0">
                <a:solidFill>
                  <a:srgbClr val="183D31"/>
                </a:solidFill>
                <a:latin typeface="DM Sans"/>
                <a:ea typeface="DM Sans"/>
                <a:cs typeface="DM Sans"/>
              </a:defRPr>
            </a:lvl7pPr>
            <a:lvl8pPr algn="ctr">
              <a:defRPr sz="1800" b="0">
                <a:solidFill>
                  <a:srgbClr val="183D31"/>
                </a:solidFill>
                <a:latin typeface="DM Sans"/>
                <a:ea typeface="DM Sans"/>
                <a:cs typeface="DM Sans"/>
              </a:defRPr>
            </a:lvl8pPr>
            <a:lvl9pPr algn="ctr">
              <a:defRPr sz="1800" b="0">
                <a:solidFill>
                  <a:srgbClr val="183D31"/>
                </a:solidFill>
                <a:latin typeface="DM Sans"/>
                <a:ea typeface="DM Sans"/>
                <a:cs typeface="DM Sans"/>
              </a:defRPr>
            </a:lvl9pPr>
          </a:lstStyle>
          <a:p xmlns:a="http://schemas.openxmlformats.org/drawingml/2006/main">
            <a:pPr algn="ctr">
              <a:defRPr sz="1800" b="0">
                <a:solidFill>
                  <a:srgbClr val="183D31"/>
                </a:solidFill>
                <a:latin typeface="DM Sans"/>
                <a:ea typeface="DM Sans"/>
                <a:cs typeface="DM Sans"/>
              </a:defRPr>
            </a:pPr>
            <a:r>
              <a:rPr sz="1800" b="0">
                <a:solidFill>
                  <a:srgbClr val="183D31"/>
                </a:solidFill>
                <a:latin typeface="DM Sans"/>
                <a:ea typeface="DM Sans"/>
                <a:cs typeface="DM Sans"/>
              </a:rPr>
              <a:t>Bolna browser call</a:t>
            </a:r>
          </a:p>
        </p:txBody>
      </p:sp>
      <p:sp>
        <p:nvSpPr>
          <p:cNvPr id="5" name="diagram-35">
            <a:extLst xmlns:a="http://schemas.openxmlformats.org/drawingml/2006/main">
              <a:ext uri="{FF2B5EF4-FFF2-40B4-BE49-F238E27FC236}">
                <a16:creationId xmlns:a16="http://schemas.microsoft.com/office/drawing/2014/main" id="{70C6E6EA-02A0-4F5C-8782-AC1C2D5AADB1}"/>
              </a:ext>
            </a:extLst>
          </p:cNvPr>
          <p:cNvSpPr>
            <a:spLocks xmlns:a="http://schemas.openxmlformats.org/drawingml/2006/main" noGrp="1"/>
          </p:cNvSpPr>
          <p:nvPr/>
        </p:nvSpPr>
        <p:spPr>
          <a:xfrm xmlns:a="http://schemas.openxmlformats.org/drawingml/2006/main">
            <a:off x="4095750" y="2381250"/>
            <a:ext cx="3114675" cy="914400"/>
          </a:xfrm>
          <a:prstGeom xmlns:a="http://schemas.openxmlformats.org/drawingml/2006/main" prst="rect">
            <a:avLst/>
          </a:prstGeom>
          <a:solidFill xmlns:a="http://schemas.openxmlformats.org/drawingml/2006/main">
            <a:srgbClr val="FFFFFF"/>
          </a:solidFill>
          <a:ln xmlns:a="http://schemas.openxmlformats.org/drawingml/2006/main" w="12383">
            <a:solidFill>
              <a:srgbClr val="DBE3D9"/>
            </a:solidFill>
            <a:prstDash val="dash"/>
          </a:ln>
        </p:spPr>
        <p:txBody>
          <a:bodyPr xmlns:a="http://schemas.openxmlformats.org/drawingml/2006/main" lIns="152400" tIns="152400" rIns="152400" bIns="152400" anchor="ctr"/>
          <a:lstStyle xmlns:a="http://schemas.openxmlformats.org/drawingml/2006/main">
            <a:defPPr algn="ctr">
              <a:defRPr sz="1800" b="0">
                <a:solidFill>
                  <a:srgbClr val="183D31"/>
                </a:solidFill>
                <a:latin typeface="DM Sans"/>
                <a:ea typeface="DM Sans"/>
                <a:cs typeface="DM Sans"/>
              </a:defRPr>
            </a:defPPr>
            <a:lvl1pPr algn="ctr">
              <a:defRPr sz="1800" b="0">
                <a:solidFill>
                  <a:srgbClr val="183D31"/>
                </a:solidFill>
                <a:latin typeface="DM Sans"/>
                <a:ea typeface="DM Sans"/>
                <a:cs typeface="DM Sans"/>
              </a:defRPr>
            </a:lvl1pPr>
            <a:lvl2pPr algn="ctr">
              <a:defRPr sz="1800" b="0">
                <a:solidFill>
                  <a:srgbClr val="183D31"/>
                </a:solidFill>
                <a:latin typeface="DM Sans"/>
                <a:ea typeface="DM Sans"/>
                <a:cs typeface="DM Sans"/>
              </a:defRPr>
            </a:lvl2pPr>
            <a:lvl3pPr algn="ctr">
              <a:defRPr sz="1800" b="0">
                <a:solidFill>
                  <a:srgbClr val="183D31"/>
                </a:solidFill>
                <a:latin typeface="DM Sans"/>
                <a:ea typeface="DM Sans"/>
                <a:cs typeface="DM Sans"/>
              </a:defRPr>
            </a:lvl3pPr>
            <a:lvl4pPr algn="ctr">
              <a:defRPr sz="1800" b="0">
                <a:solidFill>
                  <a:srgbClr val="183D31"/>
                </a:solidFill>
                <a:latin typeface="DM Sans"/>
                <a:ea typeface="DM Sans"/>
                <a:cs typeface="DM Sans"/>
              </a:defRPr>
            </a:lvl4pPr>
            <a:lvl5pPr algn="ctr">
              <a:defRPr sz="1800" b="0">
                <a:solidFill>
                  <a:srgbClr val="183D31"/>
                </a:solidFill>
                <a:latin typeface="DM Sans"/>
                <a:ea typeface="DM Sans"/>
                <a:cs typeface="DM Sans"/>
              </a:defRPr>
            </a:lvl5pPr>
            <a:lvl6pPr algn="ctr">
              <a:defRPr sz="1800" b="0">
                <a:solidFill>
                  <a:srgbClr val="183D31"/>
                </a:solidFill>
                <a:latin typeface="DM Sans"/>
                <a:ea typeface="DM Sans"/>
                <a:cs typeface="DM Sans"/>
              </a:defRPr>
            </a:lvl6pPr>
            <a:lvl7pPr algn="ctr">
              <a:defRPr sz="1800" b="0">
                <a:solidFill>
                  <a:srgbClr val="183D31"/>
                </a:solidFill>
                <a:latin typeface="DM Sans"/>
                <a:ea typeface="DM Sans"/>
                <a:cs typeface="DM Sans"/>
              </a:defRPr>
            </a:lvl7pPr>
            <a:lvl8pPr algn="ctr">
              <a:defRPr sz="1800" b="0">
                <a:solidFill>
                  <a:srgbClr val="183D31"/>
                </a:solidFill>
                <a:latin typeface="DM Sans"/>
                <a:ea typeface="DM Sans"/>
                <a:cs typeface="DM Sans"/>
              </a:defRPr>
            </a:lvl8pPr>
            <a:lvl9pPr algn="ctr">
              <a:defRPr sz="1800" b="0">
                <a:solidFill>
                  <a:srgbClr val="183D31"/>
                </a:solidFill>
                <a:latin typeface="DM Sans"/>
                <a:ea typeface="DM Sans"/>
                <a:cs typeface="DM Sans"/>
              </a:defRPr>
            </a:lvl9pPr>
          </a:lstStyle>
          <a:p xmlns:a="http://schemas.openxmlformats.org/drawingml/2006/main">
            <a:pPr algn="ctr">
              <a:defRPr sz="1800" b="0">
                <a:solidFill>
                  <a:srgbClr val="183D31"/>
                </a:solidFill>
                <a:latin typeface="DM Sans"/>
                <a:ea typeface="DM Sans"/>
                <a:cs typeface="DM Sans"/>
              </a:defRPr>
            </a:pPr>
            <a:r>
              <a:rPr sz="1800" b="0">
                <a:solidFill>
                  <a:srgbClr val="183D31"/>
                </a:solidFill>
                <a:latin typeface="DM Sans"/>
                <a:ea typeface="DM Sans"/>
                <a:cs typeface="DM Sans"/>
              </a:rPr>
              <a:t>Backend session</a:t>
            </a:r>
          </a:p>
          <a:p xmlns:a="http://schemas.openxmlformats.org/drawingml/2006/main">
            <a:pPr algn="ctr">
              <a:defRPr sz="1800" b="0">
                <a:solidFill>
                  <a:srgbClr val="183D31"/>
                </a:solidFill>
                <a:latin typeface="DM Sans"/>
                <a:ea typeface="DM Sans"/>
                <a:cs typeface="DM Sans"/>
              </a:defRPr>
            </a:pPr>
            <a:r>
              <a:rPr sz="1800" b="0">
                <a:solidFill>
                  <a:srgbClr val="183D31"/>
                </a:solidFill>
                <a:latin typeface="DM Sans"/>
                <a:ea typeface="DM Sans"/>
                <a:cs typeface="DM Sans"/>
              </a:rPr>
              <a:t>and report tool</a:t>
            </a:r>
          </a:p>
        </p:txBody>
      </p:sp>
      <p:sp>
        <p:nvSpPr>
          <p:cNvPr id="6" name="diagram-36">
            <a:extLst xmlns:a="http://schemas.openxmlformats.org/drawingml/2006/main">
              <a:ext uri="{FF2B5EF4-FFF2-40B4-BE49-F238E27FC236}">
                <a16:creationId xmlns:a16="http://schemas.microsoft.com/office/drawing/2014/main" id="{FDFF1CDA-ABA8-405A-B133-E1C9BC8101CF}"/>
              </a:ext>
            </a:extLst>
          </p:cNvPr>
          <p:cNvSpPr>
            <a:spLocks xmlns:a="http://schemas.openxmlformats.org/drawingml/2006/main" noGrp="1"/>
          </p:cNvSpPr>
          <p:nvPr/>
        </p:nvSpPr>
        <p:spPr>
          <a:xfrm xmlns:a="http://schemas.openxmlformats.org/drawingml/2006/main">
            <a:off x="7905750" y="2381250"/>
            <a:ext cx="3676650" cy="914400"/>
          </a:xfrm>
          <a:prstGeom xmlns:a="http://schemas.openxmlformats.org/drawingml/2006/main" prst="rect">
            <a:avLst/>
          </a:prstGeom>
          <a:solidFill xmlns:a="http://schemas.openxmlformats.org/drawingml/2006/main">
            <a:srgbClr val="FFFFFF"/>
          </a:solidFill>
          <a:ln xmlns:a="http://schemas.openxmlformats.org/drawingml/2006/main" w="12383">
            <a:solidFill>
              <a:srgbClr val="DBE3D9"/>
            </a:solidFill>
            <a:prstDash val="dash"/>
          </a:ln>
        </p:spPr>
        <p:txBody>
          <a:bodyPr xmlns:a="http://schemas.openxmlformats.org/drawingml/2006/main" lIns="152400" tIns="152400" rIns="152400" bIns="152400" anchor="ctr"/>
          <a:lstStyle xmlns:a="http://schemas.openxmlformats.org/drawingml/2006/main">
            <a:defPPr algn="ctr">
              <a:defRPr sz="1800" b="0">
                <a:solidFill>
                  <a:srgbClr val="183D31"/>
                </a:solidFill>
                <a:latin typeface="DM Sans"/>
                <a:ea typeface="DM Sans"/>
                <a:cs typeface="DM Sans"/>
              </a:defRPr>
            </a:defPPr>
            <a:lvl1pPr algn="ctr">
              <a:defRPr sz="1800" b="0">
                <a:solidFill>
                  <a:srgbClr val="183D31"/>
                </a:solidFill>
                <a:latin typeface="DM Sans"/>
                <a:ea typeface="DM Sans"/>
                <a:cs typeface="DM Sans"/>
              </a:defRPr>
            </a:lvl1pPr>
            <a:lvl2pPr algn="ctr">
              <a:defRPr sz="1800" b="0">
                <a:solidFill>
                  <a:srgbClr val="183D31"/>
                </a:solidFill>
                <a:latin typeface="DM Sans"/>
                <a:ea typeface="DM Sans"/>
                <a:cs typeface="DM Sans"/>
              </a:defRPr>
            </a:lvl2pPr>
            <a:lvl3pPr algn="ctr">
              <a:defRPr sz="1800" b="0">
                <a:solidFill>
                  <a:srgbClr val="183D31"/>
                </a:solidFill>
                <a:latin typeface="DM Sans"/>
                <a:ea typeface="DM Sans"/>
                <a:cs typeface="DM Sans"/>
              </a:defRPr>
            </a:lvl3pPr>
            <a:lvl4pPr algn="ctr">
              <a:defRPr sz="1800" b="0">
                <a:solidFill>
                  <a:srgbClr val="183D31"/>
                </a:solidFill>
                <a:latin typeface="DM Sans"/>
                <a:ea typeface="DM Sans"/>
                <a:cs typeface="DM Sans"/>
              </a:defRPr>
            </a:lvl4pPr>
            <a:lvl5pPr algn="ctr">
              <a:defRPr sz="1800" b="0">
                <a:solidFill>
                  <a:srgbClr val="183D31"/>
                </a:solidFill>
                <a:latin typeface="DM Sans"/>
                <a:ea typeface="DM Sans"/>
                <a:cs typeface="DM Sans"/>
              </a:defRPr>
            </a:lvl5pPr>
            <a:lvl6pPr algn="ctr">
              <a:defRPr sz="1800" b="0">
                <a:solidFill>
                  <a:srgbClr val="183D31"/>
                </a:solidFill>
                <a:latin typeface="DM Sans"/>
                <a:ea typeface="DM Sans"/>
                <a:cs typeface="DM Sans"/>
              </a:defRPr>
            </a:lvl6pPr>
            <a:lvl7pPr algn="ctr">
              <a:defRPr sz="1800" b="0">
                <a:solidFill>
                  <a:srgbClr val="183D31"/>
                </a:solidFill>
                <a:latin typeface="DM Sans"/>
                <a:ea typeface="DM Sans"/>
                <a:cs typeface="DM Sans"/>
              </a:defRPr>
            </a:lvl7pPr>
            <a:lvl8pPr algn="ctr">
              <a:defRPr sz="1800" b="0">
                <a:solidFill>
                  <a:srgbClr val="183D31"/>
                </a:solidFill>
                <a:latin typeface="DM Sans"/>
                <a:ea typeface="DM Sans"/>
                <a:cs typeface="DM Sans"/>
              </a:defRPr>
            </a:lvl8pPr>
            <a:lvl9pPr algn="ctr">
              <a:defRPr sz="1800" b="0">
                <a:solidFill>
                  <a:srgbClr val="183D31"/>
                </a:solidFill>
                <a:latin typeface="DM Sans"/>
                <a:ea typeface="DM Sans"/>
                <a:cs typeface="DM Sans"/>
              </a:defRPr>
            </a:lvl9pPr>
          </a:lstStyle>
          <a:p xmlns:a="http://schemas.openxmlformats.org/drawingml/2006/main">
            <a:pPr algn="ctr">
              <a:defRPr sz="1800" b="0">
                <a:solidFill>
                  <a:srgbClr val="183D31"/>
                </a:solidFill>
                <a:latin typeface="DM Sans"/>
                <a:ea typeface="DM Sans"/>
                <a:cs typeface="DM Sans"/>
              </a:defRPr>
            </a:pPr>
            <a:r>
              <a:rPr sz="1800" b="0">
                <a:solidFill>
                  <a:srgbClr val="183D31"/>
                </a:solidFill>
                <a:latin typeface="DM Sans"/>
                <a:ea typeface="DM Sans"/>
                <a:cs typeface="DM Sans"/>
              </a:rPr>
              <a:t>Same evidence engine</a:t>
            </a:r>
          </a:p>
        </p:txBody>
      </p:sp>
      <p:sp>
        <p:nvSpPr>
          <p:cNvPr id="9" name="text-37">
            <a:extLst xmlns:a="http://schemas.openxmlformats.org/drawingml/2006/main">
              <a:ext uri="{FF2B5EF4-FFF2-40B4-BE49-F238E27FC236}">
                <a16:creationId xmlns:a16="http://schemas.microsoft.com/office/drawing/2014/main" id="{D60DBAF7-C544-4C0E-A7F7-E69C799C281C}"/>
              </a:ext>
            </a:extLst>
          </p:cNvPr>
          <p:cNvSpPr>
            <a:spLocks xmlns:a="http://schemas.openxmlformats.org/drawingml/2006/main" noGrp="1"/>
          </p:cNvSpPr>
          <p:nvPr/>
        </p:nvSpPr>
        <p:spPr>
          <a:xfrm xmlns:a="http://schemas.openxmlformats.org/drawingml/2006/main">
            <a:off x="609600" y="37147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183D31"/>
                </a:solidFill>
                <a:latin typeface="DM Sans"/>
                <a:ea typeface="DM Sans"/>
                <a:cs typeface="DM Sans"/>
              </a:defRPr>
            </a:defPPr>
            <a:lvl1pPr>
              <a:defRPr sz="1650" b="1">
                <a:solidFill>
                  <a:srgbClr val="183D31"/>
                </a:solidFill>
                <a:latin typeface="DM Sans"/>
                <a:ea typeface="DM Sans"/>
                <a:cs typeface="DM Sans"/>
              </a:defRPr>
            </a:lvl1pPr>
            <a:lvl2pPr>
              <a:defRPr sz="1650" b="1">
                <a:solidFill>
                  <a:srgbClr val="183D31"/>
                </a:solidFill>
                <a:latin typeface="DM Sans"/>
                <a:ea typeface="DM Sans"/>
                <a:cs typeface="DM Sans"/>
              </a:defRPr>
            </a:lvl2pPr>
            <a:lvl3pPr>
              <a:defRPr sz="1650" b="1">
                <a:solidFill>
                  <a:srgbClr val="183D31"/>
                </a:solidFill>
                <a:latin typeface="DM Sans"/>
                <a:ea typeface="DM Sans"/>
                <a:cs typeface="DM Sans"/>
              </a:defRPr>
            </a:lvl3pPr>
            <a:lvl4pPr>
              <a:defRPr sz="1650" b="1">
                <a:solidFill>
                  <a:srgbClr val="183D31"/>
                </a:solidFill>
                <a:latin typeface="DM Sans"/>
                <a:ea typeface="DM Sans"/>
                <a:cs typeface="DM Sans"/>
              </a:defRPr>
            </a:lvl4pPr>
            <a:lvl5pPr>
              <a:defRPr sz="1650" b="1">
                <a:solidFill>
                  <a:srgbClr val="183D31"/>
                </a:solidFill>
                <a:latin typeface="DM Sans"/>
                <a:ea typeface="DM Sans"/>
                <a:cs typeface="DM Sans"/>
              </a:defRPr>
            </a:lvl5pPr>
            <a:lvl6pPr>
              <a:defRPr sz="1650" b="1">
                <a:solidFill>
                  <a:srgbClr val="183D31"/>
                </a:solidFill>
                <a:latin typeface="DM Sans"/>
                <a:ea typeface="DM Sans"/>
                <a:cs typeface="DM Sans"/>
              </a:defRPr>
            </a:lvl6pPr>
            <a:lvl7pPr>
              <a:defRPr sz="1650" b="1">
                <a:solidFill>
                  <a:srgbClr val="183D31"/>
                </a:solidFill>
                <a:latin typeface="DM Sans"/>
                <a:ea typeface="DM Sans"/>
                <a:cs typeface="DM Sans"/>
              </a:defRPr>
            </a:lvl7pPr>
            <a:lvl8pPr>
              <a:defRPr sz="1650" b="1">
                <a:solidFill>
                  <a:srgbClr val="183D31"/>
                </a:solidFill>
                <a:latin typeface="DM Sans"/>
                <a:ea typeface="DM Sans"/>
                <a:cs typeface="DM Sans"/>
              </a:defRPr>
            </a:lvl8pPr>
            <a:lvl9pPr>
              <a:defRPr sz="1650" b="1">
                <a:solidFill>
                  <a:srgbClr val="183D31"/>
                </a:solidFill>
                <a:latin typeface="DM Sans"/>
                <a:ea typeface="DM Sans"/>
                <a:cs typeface="DM Sans"/>
              </a:defRPr>
            </a:lvl9pPr>
          </a:lstStyle>
          <a:p xmlns:a="http://schemas.openxmlformats.org/drawingml/2006/main">
            <a:pPr>
              <a:defRPr sz="1650" b="1">
                <a:solidFill>
                  <a:srgbClr val="183D31"/>
                </a:solidFill>
                <a:latin typeface="DM Sans"/>
                <a:ea typeface="DM Sans"/>
                <a:cs typeface="DM Sans"/>
              </a:defRPr>
            </a:pPr>
            <a:r>
              <a:rPr sz="1650" b="1">
                <a:solidFill>
                  <a:srgbClr val="183D31"/>
                </a:solidFill>
                <a:latin typeface="DM Sans"/>
                <a:ea typeface="DM Sans"/>
                <a:cs typeface="DM Sans"/>
              </a:rPr>
              <a:t>Working local path</a:t>
            </a:r>
          </a:p>
        </p:txBody>
      </p:sp>
      <p:sp>
        <p:nvSpPr>
          <p:cNvPr id="10" name="diagram-38">
            <a:extLst xmlns:a="http://schemas.openxmlformats.org/drawingml/2006/main">
              <a:ext uri="{FF2B5EF4-FFF2-40B4-BE49-F238E27FC236}">
                <a16:creationId xmlns:a16="http://schemas.microsoft.com/office/drawing/2014/main" id="{E2B6FF93-4587-4D94-AC7D-26A6EEBFD9FB}"/>
              </a:ext>
            </a:extLst>
          </p:cNvPr>
          <p:cNvSpPr>
            <a:spLocks xmlns:a="http://schemas.openxmlformats.org/drawingml/2006/main" noGrp="1"/>
          </p:cNvSpPr>
          <p:nvPr/>
        </p:nvSpPr>
        <p:spPr>
          <a:xfrm xmlns:a="http://schemas.openxmlformats.org/drawingml/2006/main">
            <a:off x="609600" y="4276725"/>
            <a:ext cx="1828800" cy="971550"/>
          </a:xfrm>
          <a:prstGeom xmlns:a="http://schemas.openxmlformats.org/drawingml/2006/main" prst="rect">
            <a:avLst/>
          </a:prstGeom>
          <a:solidFill xmlns:a="http://schemas.openxmlformats.org/drawingml/2006/main">
            <a:srgbClr val="FFFFFF"/>
          </a:solidFill>
          <a:ln xmlns:a="http://schemas.openxmlformats.org/drawingml/2006/main" w="12383">
            <a:solidFill>
              <a:srgbClr val="DBE3D9"/>
            </a:solidFill>
            <a:prstDash val="solid"/>
          </a:ln>
        </p:spPr>
        <p:txBody>
          <a:bodyPr xmlns:a="http://schemas.openxmlformats.org/drawingml/2006/main" lIns="152400" tIns="152400" rIns="152400" bIns="152400" anchor="ctr"/>
          <a:lstStyle xmlns:a="http://schemas.openxmlformats.org/drawingml/2006/main">
            <a:defPPr algn="ctr">
              <a:defRPr sz="1725" b="0">
                <a:solidFill>
                  <a:srgbClr val="183D31"/>
                </a:solidFill>
                <a:latin typeface="DM Sans"/>
                <a:ea typeface="DM Sans"/>
                <a:cs typeface="DM Sans"/>
              </a:defRPr>
            </a:defPPr>
            <a:lvl1pPr algn="ctr">
              <a:defRPr sz="1725" b="0">
                <a:solidFill>
                  <a:srgbClr val="183D31"/>
                </a:solidFill>
                <a:latin typeface="DM Sans"/>
                <a:ea typeface="DM Sans"/>
                <a:cs typeface="DM Sans"/>
              </a:defRPr>
            </a:lvl1pPr>
            <a:lvl2pPr algn="ctr">
              <a:defRPr sz="1725" b="0">
                <a:solidFill>
                  <a:srgbClr val="183D31"/>
                </a:solidFill>
                <a:latin typeface="DM Sans"/>
                <a:ea typeface="DM Sans"/>
                <a:cs typeface="DM Sans"/>
              </a:defRPr>
            </a:lvl2pPr>
            <a:lvl3pPr algn="ctr">
              <a:defRPr sz="1725" b="0">
                <a:solidFill>
                  <a:srgbClr val="183D31"/>
                </a:solidFill>
                <a:latin typeface="DM Sans"/>
                <a:ea typeface="DM Sans"/>
                <a:cs typeface="DM Sans"/>
              </a:defRPr>
            </a:lvl3pPr>
            <a:lvl4pPr algn="ctr">
              <a:defRPr sz="1725" b="0">
                <a:solidFill>
                  <a:srgbClr val="183D31"/>
                </a:solidFill>
                <a:latin typeface="DM Sans"/>
                <a:ea typeface="DM Sans"/>
                <a:cs typeface="DM Sans"/>
              </a:defRPr>
            </a:lvl4pPr>
            <a:lvl5pPr algn="ctr">
              <a:defRPr sz="1725" b="0">
                <a:solidFill>
                  <a:srgbClr val="183D31"/>
                </a:solidFill>
                <a:latin typeface="DM Sans"/>
                <a:ea typeface="DM Sans"/>
                <a:cs typeface="DM Sans"/>
              </a:defRPr>
            </a:lvl5pPr>
            <a:lvl6pPr algn="ctr">
              <a:defRPr sz="1725" b="0">
                <a:solidFill>
                  <a:srgbClr val="183D31"/>
                </a:solidFill>
                <a:latin typeface="DM Sans"/>
                <a:ea typeface="DM Sans"/>
                <a:cs typeface="DM Sans"/>
              </a:defRPr>
            </a:lvl6pPr>
            <a:lvl7pPr algn="ctr">
              <a:defRPr sz="1725" b="0">
                <a:solidFill>
                  <a:srgbClr val="183D31"/>
                </a:solidFill>
                <a:latin typeface="DM Sans"/>
                <a:ea typeface="DM Sans"/>
                <a:cs typeface="DM Sans"/>
              </a:defRPr>
            </a:lvl7pPr>
            <a:lvl8pPr algn="ctr">
              <a:defRPr sz="1725" b="0">
                <a:solidFill>
                  <a:srgbClr val="183D31"/>
                </a:solidFill>
                <a:latin typeface="DM Sans"/>
                <a:ea typeface="DM Sans"/>
                <a:cs typeface="DM Sans"/>
              </a:defRPr>
            </a:lvl8pPr>
            <a:lvl9pPr algn="ctr">
              <a:defRPr sz="1725" b="0">
                <a:solidFill>
                  <a:srgbClr val="183D31"/>
                </a:solidFill>
                <a:latin typeface="DM Sans"/>
                <a:ea typeface="DM Sans"/>
                <a:cs typeface="DM Sans"/>
              </a:defRPr>
            </a:lvl9pPr>
          </a:lstStyle>
          <a:p xmlns:a="http://schemas.openxmlformats.org/drawingml/2006/main">
            <a:pPr algn="ctr">
              <a:defRPr sz="1725" b="0">
                <a:solidFill>
                  <a:srgbClr val="183D31"/>
                </a:solidFill>
                <a:latin typeface="DM Sans"/>
                <a:ea typeface="DM Sans"/>
                <a:cs typeface="DM Sans"/>
              </a:defRPr>
            </a:pPr>
            <a:r>
              <a:rPr sz="1725" b="0">
                <a:solidFill>
                  <a:srgbClr val="183D31"/>
                </a:solidFill>
                <a:latin typeface="DM Sans"/>
                <a:ea typeface="DM Sans"/>
                <a:cs typeface="DM Sans"/>
              </a:rPr>
              <a:t>Typed, replay</a:t>
            </a:r>
          </a:p>
          <a:p xmlns:a="http://schemas.openxmlformats.org/drawingml/2006/main">
            <a:pPr algn="ctr">
              <a:defRPr sz="1725" b="0">
                <a:solidFill>
                  <a:srgbClr val="183D31"/>
                </a:solidFill>
                <a:latin typeface="DM Sans"/>
                <a:ea typeface="DM Sans"/>
                <a:cs typeface="DM Sans"/>
              </a:defRPr>
            </a:pPr>
            <a:r>
              <a:rPr sz="1725" b="0">
                <a:solidFill>
                  <a:srgbClr val="183D31"/>
                </a:solidFill>
                <a:latin typeface="DM Sans"/>
                <a:ea typeface="DM Sans"/>
                <a:cs typeface="DM Sans"/>
              </a:rPr>
              <a:t>or dictation</a:t>
            </a:r>
          </a:p>
        </p:txBody>
      </p:sp>
      <p:sp>
        <p:nvSpPr>
          <p:cNvPr id="11" name="diagram-39">
            <a:extLst xmlns:a="http://schemas.openxmlformats.org/drawingml/2006/main">
              <a:ext uri="{FF2B5EF4-FFF2-40B4-BE49-F238E27FC236}">
                <a16:creationId xmlns:a16="http://schemas.microsoft.com/office/drawing/2014/main" id="{F9E53575-3FE2-4EB2-817A-22E17F1E3726}"/>
              </a:ext>
            </a:extLst>
          </p:cNvPr>
          <p:cNvSpPr>
            <a:spLocks xmlns:a="http://schemas.openxmlformats.org/drawingml/2006/main" noGrp="1"/>
          </p:cNvSpPr>
          <p:nvPr/>
        </p:nvSpPr>
        <p:spPr>
          <a:xfrm xmlns:a="http://schemas.openxmlformats.org/drawingml/2006/main">
            <a:off x="2895600" y="4276725"/>
            <a:ext cx="1828800" cy="971550"/>
          </a:xfrm>
          <a:prstGeom xmlns:a="http://schemas.openxmlformats.org/drawingml/2006/main" prst="rect">
            <a:avLst/>
          </a:prstGeom>
          <a:solidFill xmlns:a="http://schemas.openxmlformats.org/drawingml/2006/main">
            <a:srgbClr val="183D31"/>
          </a:solidFill>
          <a:ln xmlns:a="http://schemas.openxmlformats.org/drawingml/2006/main" w="12383">
            <a:solidFill>
              <a:srgbClr val="DBE3D9"/>
            </a:solidFill>
            <a:prstDash val="solid"/>
          </a:ln>
        </p:spPr>
        <p:txBody>
          <a:bodyPr xmlns:a="http://schemas.openxmlformats.org/drawingml/2006/main" lIns="152400" tIns="152400" rIns="152400" bIns="152400" anchor="ctr"/>
          <a:lstStyle xmlns:a="http://schemas.openxmlformats.org/drawingml/2006/main">
            <a:defPPr algn="ctr">
              <a:defRPr sz="1725" b="1">
                <a:solidFill>
                  <a:srgbClr val="D5EF86"/>
                </a:solidFill>
                <a:latin typeface="DM Sans"/>
                <a:ea typeface="DM Sans"/>
                <a:cs typeface="DM Sans"/>
              </a:defRPr>
            </a:defPPr>
            <a:lvl1pPr algn="ctr">
              <a:defRPr sz="1725" b="1">
                <a:solidFill>
                  <a:srgbClr val="D5EF86"/>
                </a:solidFill>
                <a:latin typeface="DM Sans"/>
                <a:ea typeface="DM Sans"/>
                <a:cs typeface="DM Sans"/>
              </a:defRPr>
            </a:lvl1pPr>
            <a:lvl2pPr algn="ctr">
              <a:defRPr sz="1725" b="1">
                <a:solidFill>
                  <a:srgbClr val="D5EF86"/>
                </a:solidFill>
                <a:latin typeface="DM Sans"/>
                <a:ea typeface="DM Sans"/>
                <a:cs typeface="DM Sans"/>
              </a:defRPr>
            </a:lvl2pPr>
            <a:lvl3pPr algn="ctr">
              <a:defRPr sz="1725" b="1">
                <a:solidFill>
                  <a:srgbClr val="D5EF86"/>
                </a:solidFill>
                <a:latin typeface="DM Sans"/>
                <a:ea typeface="DM Sans"/>
                <a:cs typeface="DM Sans"/>
              </a:defRPr>
            </a:lvl3pPr>
            <a:lvl4pPr algn="ctr">
              <a:defRPr sz="1725" b="1">
                <a:solidFill>
                  <a:srgbClr val="D5EF86"/>
                </a:solidFill>
                <a:latin typeface="DM Sans"/>
                <a:ea typeface="DM Sans"/>
                <a:cs typeface="DM Sans"/>
              </a:defRPr>
            </a:lvl4pPr>
            <a:lvl5pPr algn="ctr">
              <a:defRPr sz="1725" b="1">
                <a:solidFill>
                  <a:srgbClr val="D5EF86"/>
                </a:solidFill>
                <a:latin typeface="DM Sans"/>
                <a:ea typeface="DM Sans"/>
                <a:cs typeface="DM Sans"/>
              </a:defRPr>
            </a:lvl5pPr>
            <a:lvl6pPr algn="ctr">
              <a:defRPr sz="1725" b="1">
                <a:solidFill>
                  <a:srgbClr val="D5EF86"/>
                </a:solidFill>
                <a:latin typeface="DM Sans"/>
                <a:ea typeface="DM Sans"/>
                <a:cs typeface="DM Sans"/>
              </a:defRPr>
            </a:lvl6pPr>
            <a:lvl7pPr algn="ctr">
              <a:defRPr sz="1725" b="1">
                <a:solidFill>
                  <a:srgbClr val="D5EF86"/>
                </a:solidFill>
                <a:latin typeface="DM Sans"/>
                <a:ea typeface="DM Sans"/>
                <a:cs typeface="DM Sans"/>
              </a:defRPr>
            </a:lvl7pPr>
            <a:lvl8pPr algn="ctr">
              <a:defRPr sz="1725" b="1">
                <a:solidFill>
                  <a:srgbClr val="D5EF86"/>
                </a:solidFill>
                <a:latin typeface="DM Sans"/>
                <a:ea typeface="DM Sans"/>
                <a:cs typeface="DM Sans"/>
              </a:defRPr>
            </a:lvl8pPr>
            <a:lvl9pPr algn="ctr">
              <a:defRPr sz="1725" b="1">
                <a:solidFill>
                  <a:srgbClr val="D5EF86"/>
                </a:solidFill>
                <a:latin typeface="DM Sans"/>
                <a:ea typeface="DM Sans"/>
                <a:cs typeface="DM Sans"/>
              </a:defRPr>
            </a:lvl9pPr>
          </a:lstStyle>
          <a:p xmlns:a="http://schemas.openxmlformats.org/drawingml/2006/main">
            <a:pPr algn="ctr">
              <a:defRPr sz="1725" b="1">
                <a:solidFill>
                  <a:srgbClr val="D5EF86"/>
                </a:solidFill>
                <a:latin typeface="DM Sans"/>
                <a:ea typeface="DM Sans"/>
                <a:cs typeface="DM Sans"/>
              </a:defRPr>
            </a:pPr>
            <a:r>
              <a:rPr sz="1725" b="1">
                <a:solidFill>
                  <a:srgbClr val="D5EF86"/>
                </a:solidFill>
                <a:latin typeface="DM Sans"/>
                <a:ea typeface="DM Sans"/>
                <a:cs typeface="DM Sans"/>
              </a:rPr>
              <a:t>Node rules</a:t>
            </a:r>
          </a:p>
        </p:txBody>
      </p:sp>
      <p:sp>
        <p:nvSpPr>
          <p:cNvPr id="12" name="diagram-40">
            <a:extLst xmlns:a="http://schemas.openxmlformats.org/drawingml/2006/main">
              <a:ext uri="{FF2B5EF4-FFF2-40B4-BE49-F238E27FC236}">
                <a16:creationId xmlns:a16="http://schemas.microsoft.com/office/drawing/2014/main" id="{F9FAE1B8-FB46-4396-A0E9-F2F561B23806}"/>
              </a:ext>
            </a:extLst>
          </p:cNvPr>
          <p:cNvSpPr>
            <a:spLocks xmlns:a="http://schemas.openxmlformats.org/drawingml/2006/main" noGrp="1"/>
          </p:cNvSpPr>
          <p:nvPr/>
        </p:nvSpPr>
        <p:spPr>
          <a:xfrm xmlns:a="http://schemas.openxmlformats.org/drawingml/2006/main">
            <a:off x="5181600" y="4276725"/>
            <a:ext cx="1828800" cy="971550"/>
          </a:xfrm>
          <a:prstGeom xmlns:a="http://schemas.openxmlformats.org/drawingml/2006/main" prst="rect">
            <a:avLst/>
          </a:prstGeom>
          <a:solidFill xmlns:a="http://schemas.openxmlformats.org/drawingml/2006/main">
            <a:srgbClr val="FFFFFF"/>
          </a:solidFill>
          <a:ln xmlns:a="http://schemas.openxmlformats.org/drawingml/2006/main" w="12383">
            <a:solidFill>
              <a:srgbClr val="DBE3D9"/>
            </a:solidFill>
            <a:prstDash val="solid"/>
          </a:ln>
        </p:spPr>
        <p:txBody>
          <a:bodyPr xmlns:a="http://schemas.openxmlformats.org/drawingml/2006/main" lIns="152400" tIns="152400" rIns="152400" bIns="152400" anchor="ctr"/>
          <a:lstStyle xmlns:a="http://schemas.openxmlformats.org/drawingml/2006/main">
            <a:defPPr algn="ctr">
              <a:defRPr sz="1725" b="0">
                <a:solidFill>
                  <a:srgbClr val="183D31"/>
                </a:solidFill>
                <a:latin typeface="DM Sans"/>
                <a:ea typeface="DM Sans"/>
                <a:cs typeface="DM Sans"/>
              </a:defRPr>
            </a:defPPr>
            <a:lvl1pPr algn="ctr">
              <a:defRPr sz="1725" b="0">
                <a:solidFill>
                  <a:srgbClr val="183D31"/>
                </a:solidFill>
                <a:latin typeface="DM Sans"/>
                <a:ea typeface="DM Sans"/>
                <a:cs typeface="DM Sans"/>
              </a:defRPr>
            </a:lvl1pPr>
            <a:lvl2pPr algn="ctr">
              <a:defRPr sz="1725" b="0">
                <a:solidFill>
                  <a:srgbClr val="183D31"/>
                </a:solidFill>
                <a:latin typeface="DM Sans"/>
                <a:ea typeface="DM Sans"/>
                <a:cs typeface="DM Sans"/>
              </a:defRPr>
            </a:lvl2pPr>
            <a:lvl3pPr algn="ctr">
              <a:defRPr sz="1725" b="0">
                <a:solidFill>
                  <a:srgbClr val="183D31"/>
                </a:solidFill>
                <a:latin typeface="DM Sans"/>
                <a:ea typeface="DM Sans"/>
                <a:cs typeface="DM Sans"/>
              </a:defRPr>
            </a:lvl3pPr>
            <a:lvl4pPr algn="ctr">
              <a:defRPr sz="1725" b="0">
                <a:solidFill>
                  <a:srgbClr val="183D31"/>
                </a:solidFill>
                <a:latin typeface="DM Sans"/>
                <a:ea typeface="DM Sans"/>
                <a:cs typeface="DM Sans"/>
              </a:defRPr>
            </a:lvl4pPr>
            <a:lvl5pPr algn="ctr">
              <a:defRPr sz="1725" b="0">
                <a:solidFill>
                  <a:srgbClr val="183D31"/>
                </a:solidFill>
                <a:latin typeface="DM Sans"/>
                <a:ea typeface="DM Sans"/>
                <a:cs typeface="DM Sans"/>
              </a:defRPr>
            </a:lvl5pPr>
            <a:lvl6pPr algn="ctr">
              <a:defRPr sz="1725" b="0">
                <a:solidFill>
                  <a:srgbClr val="183D31"/>
                </a:solidFill>
                <a:latin typeface="DM Sans"/>
                <a:ea typeface="DM Sans"/>
                <a:cs typeface="DM Sans"/>
              </a:defRPr>
            </a:lvl6pPr>
            <a:lvl7pPr algn="ctr">
              <a:defRPr sz="1725" b="0">
                <a:solidFill>
                  <a:srgbClr val="183D31"/>
                </a:solidFill>
                <a:latin typeface="DM Sans"/>
                <a:ea typeface="DM Sans"/>
                <a:cs typeface="DM Sans"/>
              </a:defRPr>
            </a:lvl7pPr>
            <a:lvl8pPr algn="ctr">
              <a:defRPr sz="1725" b="0">
                <a:solidFill>
                  <a:srgbClr val="183D31"/>
                </a:solidFill>
                <a:latin typeface="DM Sans"/>
                <a:ea typeface="DM Sans"/>
                <a:cs typeface="DM Sans"/>
              </a:defRPr>
            </a:lvl8pPr>
            <a:lvl9pPr algn="ctr">
              <a:defRPr sz="1725" b="0">
                <a:solidFill>
                  <a:srgbClr val="183D31"/>
                </a:solidFill>
                <a:latin typeface="DM Sans"/>
                <a:ea typeface="DM Sans"/>
                <a:cs typeface="DM Sans"/>
              </a:defRPr>
            </a:lvl9pPr>
          </a:lstStyle>
          <a:p xmlns:a="http://schemas.openxmlformats.org/drawingml/2006/main">
            <a:pPr algn="ctr">
              <a:defRPr sz="1725" b="0">
                <a:solidFill>
                  <a:srgbClr val="183D31"/>
                </a:solidFill>
                <a:latin typeface="DM Sans"/>
                <a:ea typeface="DM Sans"/>
                <a:cs typeface="DM Sans"/>
              </a:defRPr>
            </a:pPr>
            <a:r>
              <a:rPr sz="1725" b="0">
                <a:solidFill>
                  <a:srgbClr val="183D31"/>
                </a:solidFill>
                <a:latin typeface="DM Sans"/>
                <a:ea typeface="DM Sans"/>
                <a:cs typeface="DM Sans"/>
              </a:rPr>
              <a:t>Evidence and</a:t>
            </a:r>
          </a:p>
          <a:p xmlns:a="http://schemas.openxmlformats.org/drawingml/2006/main">
            <a:pPr algn="ctr">
              <a:defRPr sz="1725" b="0">
                <a:solidFill>
                  <a:srgbClr val="183D31"/>
                </a:solidFill>
                <a:latin typeface="DM Sans"/>
                <a:ea typeface="DM Sans"/>
                <a:cs typeface="DM Sans"/>
              </a:defRPr>
            </a:pPr>
            <a:r>
              <a:rPr sz="1725" b="0">
                <a:solidFill>
                  <a:srgbClr val="183D31"/>
                </a:solidFill>
                <a:latin typeface="DM Sans"/>
                <a:ea typeface="DM Sans"/>
                <a:cs typeface="DM Sans"/>
              </a:rPr>
              <a:t>clarification</a:t>
            </a:r>
          </a:p>
        </p:txBody>
      </p:sp>
      <p:sp>
        <p:nvSpPr>
          <p:cNvPr id="13" name="diagram-41">
            <a:extLst xmlns:a="http://schemas.openxmlformats.org/drawingml/2006/main">
              <a:ext uri="{FF2B5EF4-FFF2-40B4-BE49-F238E27FC236}">
                <a16:creationId xmlns:a16="http://schemas.microsoft.com/office/drawing/2014/main" id="{B821CE95-F7E5-41EC-AC34-D08C87F10834}"/>
              </a:ext>
            </a:extLst>
          </p:cNvPr>
          <p:cNvSpPr>
            <a:spLocks xmlns:a="http://schemas.openxmlformats.org/drawingml/2006/main" noGrp="1"/>
          </p:cNvSpPr>
          <p:nvPr/>
        </p:nvSpPr>
        <p:spPr>
          <a:xfrm xmlns:a="http://schemas.openxmlformats.org/drawingml/2006/main">
            <a:off x="7467600" y="4276725"/>
            <a:ext cx="1828800" cy="971550"/>
          </a:xfrm>
          <a:prstGeom xmlns:a="http://schemas.openxmlformats.org/drawingml/2006/main" prst="rect">
            <a:avLst/>
          </a:prstGeom>
          <a:solidFill xmlns:a="http://schemas.openxmlformats.org/drawingml/2006/main">
            <a:srgbClr val="FFFFFF"/>
          </a:solidFill>
          <a:ln xmlns:a="http://schemas.openxmlformats.org/drawingml/2006/main" w="12383">
            <a:solidFill>
              <a:srgbClr val="DBE3D9"/>
            </a:solidFill>
            <a:prstDash val="solid"/>
          </a:ln>
        </p:spPr>
        <p:txBody>
          <a:bodyPr xmlns:a="http://schemas.openxmlformats.org/drawingml/2006/main" lIns="152400" tIns="152400" rIns="152400" bIns="152400" anchor="ctr"/>
          <a:lstStyle xmlns:a="http://schemas.openxmlformats.org/drawingml/2006/main">
            <a:defPPr algn="ctr">
              <a:defRPr sz="1725" b="0">
                <a:solidFill>
                  <a:srgbClr val="183D31"/>
                </a:solidFill>
                <a:latin typeface="DM Sans"/>
                <a:ea typeface="DM Sans"/>
                <a:cs typeface="DM Sans"/>
              </a:defRPr>
            </a:defPPr>
            <a:lvl1pPr algn="ctr">
              <a:defRPr sz="1725" b="0">
                <a:solidFill>
                  <a:srgbClr val="183D31"/>
                </a:solidFill>
                <a:latin typeface="DM Sans"/>
                <a:ea typeface="DM Sans"/>
                <a:cs typeface="DM Sans"/>
              </a:defRPr>
            </a:lvl1pPr>
            <a:lvl2pPr algn="ctr">
              <a:defRPr sz="1725" b="0">
                <a:solidFill>
                  <a:srgbClr val="183D31"/>
                </a:solidFill>
                <a:latin typeface="DM Sans"/>
                <a:ea typeface="DM Sans"/>
                <a:cs typeface="DM Sans"/>
              </a:defRPr>
            </a:lvl2pPr>
            <a:lvl3pPr algn="ctr">
              <a:defRPr sz="1725" b="0">
                <a:solidFill>
                  <a:srgbClr val="183D31"/>
                </a:solidFill>
                <a:latin typeface="DM Sans"/>
                <a:ea typeface="DM Sans"/>
                <a:cs typeface="DM Sans"/>
              </a:defRPr>
            </a:lvl3pPr>
            <a:lvl4pPr algn="ctr">
              <a:defRPr sz="1725" b="0">
                <a:solidFill>
                  <a:srgbClr val="183D31"/>
                </a:solidFill>
                <a:latin typeface="DM Sans"/>
                <a:ea typeface="DM Sans"/>
                <a:cs typeface="DM Sans"/>
              </a:defRPr>
            </a:lvl4pPr>
            <a:lvl5pPr algn="ctr">
              <a:defRPr sz="1725" b="0">
                <a:solidFill>
                  <a:srgbClr val="183D31"/>
                </a:solidFill>
                <a:latin typeface="DM Sans"/>
                <a:ea typeface="DM Sans"/>
                <a:cs typeface="DM Sans"/>
              </a:defRPr>
            </a:lvl5pPr>
            <a:lvl6pPr algn="ctr">
              <a:defRPr sz="1725" b="0">
                <a:solidFill>
                  <a:srgbClr val="183D31"/>
                </a:solidFill>
                <a:latin typeface="DM Sans"/>
                <a:ea typeface="DM Sans"/>
                <a:cs typeface="DM Sans"/>
              </a:defRPr>
            </a:lvl6pPr>
            <a:lvl7pPr algn="ctr">
              <a:defRPr sz="1725" b="0">
                <a:solidFill>
                  <a:srgbClr val="183D31"/>
                </a:solidFill>
                <a:latin typeface="DM Sans"/>
                <a:ea typeface="DM Sans"/>
                <a:cs typeface="DM Sans"/>
              </a:defRPr>
            </a:lvl7pPr>
            <a:lvl8pPr algn="ctr">
              <a:defRPr sz="1725" b="0">
                <a:solidFill>
                  <a:srgbClr val="183D31"/>
                </a:solidFill>
                <a:latin typeface="DM Sans"/>
                <a:ea typeface="DM Sans"/>
                <a:cs typeface="DM Sans"/>
              </a:defRPr>
            </a:lvl8pPr>
            <a:lvl9pPr algn="ctr">
              <a:defRPr sz="1725" b="0">
                <a:solidFill>
                  <a:srgbClr val="183D31"/>
                </a:solidFill>
                <a:latin typeface="DM Sans"/>
                <a:ea typeface="DM Sans"/>
                <a:cs typeface="DM Sans"/>
              </a:defRPr>
            </a:lvl9pPr>
          </a:lstStyle>
          <a:p xmlns:a="http://schemas.openxmlformats.org/drawingml/2006/main">
            <a:pPr algn="ctr">
              <a:defRPr sz="1725" b="0">
                <a:solidFill>
                  <a:srgbClr val="183D31"/>
                </a:solidFill>
                <a:latin typeface="DM Sans"/>
                <a:ea typeface="DM Sans"/>
                <a:cs typeface="DM Sans"/>
              </a:defRPr>
            </a:pPr>
            <a:r>
              <a:rPr sz="1725" b="0">
                <a:solidFill>
                  <a:srgbClr val="183D31"/>
                </a:solidFill>
                <a:latin typeface="DM Sans"/>
                <a:ea typeface="DM Sans"/>
                <a:cs typeface="DM Sans"/>
              </a:rPr>
              <a:t>Human review</a:t>
            </a:r>
          </a:p>
        </p:txBody>
      </p:sp>
      <p:sp>
        <p:nvSpPr>
          <p:cNvPr id="14" name="diagram-42">
            <a:extLst xmlns:a="http://schemas.openxmlformats.org/drawingml/2006/main">
              <a:ext uri="{FF2B5EF4-FFF2-40B4-BE49-F238E27FC236}">
                <a16:creationId xmlns:a16="http://schemas.microsoft.com/office/drawing/2014/main" id="{87E17401-EB97-4C35-8AC3-5C540AA80F8F}"/>
              </a:ext>
            </a:extLst>
          </p:cNvPr>
          <p:cNvSpPr>
            <a:spLocks xmlns:a="http://schemas.openxmlformats.org/drawingml/2006/main" noGrp="1"/>
          </p:cNvSpPr>
          <p:nvPr/>
        </p:nvSpPr>
        <p:spPr>
          <a:xfrm xmlns:a="http://schemas.openxmlformats.org/drawingml/2006/main">
            <a:off x="9753600" y="4276725"/>
            <a:ext cx="1828800" cy="971550"/>
          </a:xfrm>
          <a:prstGeom xmlns:a="http://schemas.openxmlformats.org/drawingml/2006/main" prst="rect">
            <a:avLst/>
          </a:prstGeom>
          <a:solidFill xmlns:a="http://schemas.openxmlformats.org/drawingml/2006/main">
            <a:srgbClr val="FFFFFF"/>
          </a:solidFill>
          <a:ln xmlns:a="http://schemas.openxmlformats.org/drawingml/2006/main" w="12383">
            <a:solidFill>
              <a:srgbClr val="DBE3D9"/>
            </a:solidFill>
            <a:prstDash val="solid"/>
          </a:ln>
        </p:spPr>
        <p:txBody>
          <a:bodyPr xmlns:a="http://schemas.openxmlformats.org/drawingml/2006/main" lIns="152400" tIns="152400" rIns="152400" bIns="152400" anchor="ctr"/>
          <a:lstStyle xmlns:a="http://schemas.openxmlformats.org/drawingml/2006/main">
            <a:defPPr algn="ctr">
              <a:defRPr sz="1725" b="0">
                <a:solidFill>
                  <a:srgbClr val="183D31"/>
                </a:solidFill>
                <a:latin typeface="DM Sans"/>
                <a:ea typeface="DM Sans"/>
                <a:cs typeface="DM Sans"/>
              </a:defRPr>
            </a:defPPr>
            <a:lvl1pPr algn="ctr">
              <a:defRPr sz="1725" b="0">
                <a:solidFill>
                  <a:srgbClr val="183D31"/>
                </a:solidFill>
                <a:latin typeface="DM Sans"/>
                <a:ea typeface="DM Sans"/>
                <a:cs typeface="DM Sans"/>
              </a:defRPr>
            </a:lvl1pPr>
            <a:lvl2pPr algn="ctr">
              <a:defRPr sz="1725" b="0">
                <a:solidFill>
                  <a:srgbClr val="183D31"/>
                </a:solidFill>
                <a:latin typeface="DM Sans"/>
                <a:ea typeface="DM Sans"/>
                <a:cs typeface="DM Sans"/>
              </a:defRPr>
            </a:lvl2pPr>
            <a:lvl3pPr algn="ctr">
              <a:defRPr sz="1725" b="0">
                <a:solidFill>
                  <a:srgbClr val="183D31"/>
                </a:solidFill>
                <a:latin typeface="DM Sans"/>
                <a:ea typeface="DM Sans"/>
                <a:cs typeface="DM Sans"/>
              </a:defRPr>
            </a:lvl3pPr>
            <a:lvl4pPr algn="ctr">
              <a:defRPr sz="1725" b="0">
                <a:solidFill>
                  <a:srgbClr val="183D31"/>
                </a:solidFill>
                <a:latin typeface="DM Sans"/>
                <a:ea typeface="DM Sans"/>
                <a:cs typeface="DM Sans"/>
              </a:defRPr>
            </a:lvl4pPr>
            <a:lvl5pPr algn="ctr">
              <a:defRPr sz="1725" b="0">
                <a:solidFill>
                  <a:srgbClr val="183D31"/>
                </a:solidFill>
                <a:latin typeface="DM Sans"/>
                <a:ea typeface="DM Sans"/>
                <a:cs typeface="DM Sans"/>
              </a:defRPr>
            </a:lvl5pPr>
            <a:lvl6pPr algn="ctr">
              <a:defRPr sz="1725" b="0">
                <a:solidFill>
                  <a:srgbClr val="183D31"/>
                </a:solidFill>
                <a:latin typeface="DM Sans"/>
                <a:ea typeface="DM Sans"/>
                <a:cs typeface="DM Sans"/>
              </a:defRPr>
            </a:lvl6pPr>
            <a:lvl7pPr algn="ctr">
              <a:defRPr sz="1725" b="0">
                <a:solidFill>
                  <a:srgbClr val="183D31"/>
                </a:solidFill>
                <a:latin typeface="DM Sans"/>
                <a:ea typeface="DM Sans"/>
                <a:cs typeface="DM Sans"/>
              </a:defRPr>
            </a:lvl7pPr>
            <a:lvl8pPr algn="ctr">
              <a:defRPr sz="1725" b="0">
                <a:solidFill>
                  <a:srgbClr val="183D31"/>
                </a:solidFill>
                <a:latin typeface="DM Sans"/>
                <a:ea typeface="DM Sans"/>
                <a:cs typeface="DM Sans"/>
              </a:defRPr>
            </a:lvl8pPr>
            <a:lvl9pPr algn="ctr">
              <a:defRPr sz="1725" b="0">
                <a:solidFill>
                  <a:srgbClr val="183D31"/>
                </a:solidFill>
                <a:latin typeface="DM Sans"/>
                <a:ea typeface="DM Sans"/>
                <a:cs typeface="DM Sans"/>
              </a:defRPr>
            </a:lvl9pPr>
          </a:lstStyle>
          <a:p xmlns:a="http://schemas.openxmlformats.org/drawingml/2006/main">
            <a:pPr algn="ctr">
              <a:defRPr sz="1725" b="0">
                <a:solidFill>
                  <a:srgbClr val="183D31"/>
                </a:solidFill>
                <a:latin typeface="DM Sans"/>
                <a:ea typeface="DM Sans"/>
                <a:cs typeface="DM Sans"/>
              </a:defRPr>
            </a:pPr>
            <a:r>
              <a:rPr sz="1725" b="0">
                <a:solidFill>
                  <a:srgbClr val="183D31"/>
                </a:solidFill>
                <a:latin typeface="DM Sans"/>
                <a:ea typeface="DM Sans"/>
                <a:cs typeface="DM Sans"/>
              </a:rPr>
              <a:t>JSON or print</a:t>
            </a:r>
          </a:p>
        </p:txBody>
      </p:sp>
      <p:sp>
        <p:nvSpPr>
          <p:cNvPr id="19" name="text-43">
            <a:extLst xmlns:a="http://schemas.openxmlformats.org/drawingml/2006/main">
              <a:ext uri="{FF2B5EF4-FFF2-40B4-BE49-F238E27FC236}">
                <a16:creationId xmlns:a16="http://schemas.microsoft.com/office/drawing/2014/main" id="{6081F979-F993-4A96-B408-717605C55841}"/>
              </a:ext>
            </a:extLst>
          </p:cNvPr>
          <p:cNvSpPr>
            <a:spLocks xmlns:a="http://schemas.openxmlformats.org/drawingml/2006/main" noGrp="1"/>
          </p:cNvSpPr>
          <p:nvPr/>
        </p:nvSpPr>
        <p:spPr>
          <a:xfrm xmlns:a="http://schemas.openxmlformats.org/drawingml/2006/main">
            <a:off x="609600" y="56769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52E"/>
                </a:solidFill>
                <a:latin typeface="DM Sans"/>
                <a:ea typeface="DM Sans"/>
                <a:cs typeface="DM Sans"/>
              </a:defRPr>
            </a:defPPr>
            <a:lvl1pPr>
              <a:defRPr sz="1725" b="0">
                <a:solidFill>
                  <a:srgbClr val="20352E"/>
                </a:solidFill>
                <a:latin typeface="DM Sans"/>
                <a:ea typeface="DM Sans"/>
                <a:cs typeface="DM Sans"/>
              </a:defRPr>
            </a:lvl1pPr>
            <a:lvl2pPr>
              <a:defRPr sz="1725" b="0">
                <a:solidFill>
                  <a:srgbClr val="20352E"/>
                </a:solidFill>
                <a:latin typeface="DM Sans"/>
                <a:ea typeface="DM Sans"/>
                <a:cs typeface="DM Sans"/>
              </a:defRPr>
            </a:lvl2pPr>
            <a:lvl3pPr>
              <a:defRPr sz="1725" b="0">
                <a:solidFill>
                  <a:srgbClr val="20352E"/>
                </a:solidFill>
                <a:latin typeface="DM Sans"/>
                <a:ea typeface="DM Sans"/>
                <a:cs typeface="DM Sans"/>
              </a:defRPr>
            </a:lvl3pPr>
            <a:lvl4pPr>
              <a:defRPr sz="1725" b="0">
                <a:solidFill>
                  <a:srgbClr val="20352E"/>
                </a:solidFill>
                <a:latin typeface="DM Sans"/>
                <a:ea typeface="DM Sans"/>
                <a:cs typeface="DM Sans"/>
              </a:defRPr>
            </a:lvl4pPr>
            <a:lvl5pPr>
              <a:defRPr sz="1725" b="0">
                <a:solidFill>
                  <a:srgbClr val="20352E"/>
                </a:solidFill>
                <a:latin typeface="DM Sans"/>
                <a:ea typeface="DM Sans"/>
                <a:cs typeface="DM Sans"/>
              </a:defRPr>
            </a:lvl5pPr>
            <a:lvl6pPr>
              <a:defRPr sz="1725" b="0">
                <a:solidFill>
                  <a:srgbClr val="20352E"/>
                </a:solidFill>
                <a:latin typeface="DM Sans"/>
                <a:ea typeface="DM Sans"/>
                <a:cs typeface="DM Sans"/>
              </a:defRPr>
            </a:lvl6pPr>
            <a:lvl7pPr>
              <a:defRPr sz="1725" b="0">
                <a:solidFill>
                  <a:srgbClr val="20352E"/>
                </a:solidFill>
                <a:latin typeface="DM Sans"/>
                <a:ea typeface="DM Sans"/>
                <a:cs typeface="DM Sans"/>
              </a:defRPr>
            </a:lvl7pPr>
            <a:lvl8pPr>
              <a:defRPr sz="1725" b="0">
                <a:solidFill>
                  <a:srgbClr val="20352E"/>
                </a:solidFill>
                <a:latin typeface="DM Sans"/>
                <a:ea typeface="DM Sans"/>
                <a:cs typeface="DM Sans"/>
              </a:defRPr>
            </a:lvl8pPr>
            <a:lvl9pPr>
              <a:defRPr sz="1725" b="0">
                <a:solidFill>
                  <a:srgbClr val="20352E"/>
                </a:solidFill>
                <a:latin typeface="DM Sans"/>
                <a:ea typeface="DM Sans"/>
                <a:cs typeface="DM Sans"/>
              </a:defRPr>
            </a:lvl9pPr>
          </a:lstStyle>
          <a:p xmlns:a="http://schemas.openxmlformats.org/drawingml/2006/main">
            <a:pPr>
              <a:defRPr sz="1725" b="0">
                <a:solidFill>
                  <a:srgbClr val="20352E"/>
                </a:solidFill>
                <a:latin typeface="DM Sans"/>
                <a:ea typeface="DM Sans"/>
                <a:cs typeface="DM Sans"/>
              </a:defRPr>
            </a:pPr>
            <a:r>
              <a:rPr sz="1725" b="0">
                <a:solidFill>
                  <a:srgbClr val="20352E"/>
                </a:solidFill>
                <a:latin typeface="DM Sans"/>
                <a:ea typeface="DM Sans"/>
                <a:cs typeface="DM Sans"/>
              </a:rPr>
              <a:t>Defined English and limited Romanized Hindi patterns. No general speech-accuracy claim.</a:t>
            </a:r>
          </a:p>
        </p:txBody>
      </p:sp>
      <p:sp>
        <p:nvSpPr>
          <p:cNvPr id="20" name="text-44">
            <a:extLst xmlns:a="http://schemas.openxmlformats.org/drawingml/2006/main">
              <a:ext uri="{FF2B5EF4-FFF2-40B4-BE49-F238E27FC236}">
                <a16:creationId xmlns:a16="http://schemas.microsoft.com/office/drawing/2014/main" id="{97CDDE4F-43F4-41C1-A518-AC4889E3EEEE}"/>
              </a:ext>
            </a:extLst>
          </p:cNvPr>
          <p:cNvSpPr>
            <a:spLocks xmlns:a="http://schemas.openxmlformats.org/drawingml/2006/main" noGrp="1"/>
          </p:cNvSpPr>
          <p:nvPr/>
        </p:nvSpPr>
        <p:spPr>
          <a:xfrm xmlns:a="http://schemas.openxmlformats.org/drawingml/2006/main">
            <a:off x="609600" y="63722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6B7E72"/>
                </a:solidFill>
                <a:latin typeface="DM Sans"/>
                <a:ea typeface="DM Sans"/>
                <a:cs typeface="DM Sans"/>
              </a:defRPr>
            </a:defPPr>
            <a:lvl1pPr>
              <a:defRPr sz="975" b="0">
                <a:solidFill>
                  <a:srgbClr val="6B7E72"/>
                </a:solidFill>
                <a:latin typeface="DM Sans"/>
                <a:ea typeface="DM Sans"/>
                <a:cs typeface="DM Sans"/>
              </a:defRPr>
            </a:lvl1pPr>
            <a:lvl2pPr>
              <a:defRPr sz="975" b="0">
                <a:solidFill>
                  <a:srgbClr val="6B7E72"/>
                </a:solidFill>
                <a:latin typeface="DM Sans"/>
                <a:ea typeface="DM Sans"/>
                <a:cs typeface="DM Sans"/>
              </a:defRPr>
            </a:lvl2pPr>
            <a:lvl3pPr>
              <a:defRPr sz="975" b="0">
                <a:solidFill>
                  <a:srgbClr val="6B7E72"/>
                </a:solidFill>
                <a:latin typeface="DM Sans"/>
                <a:ea typeface="DM Sans"/>
                <a:cs typeface="DM Sans"/>
              </a:defRPr>
            </a:lvl3pPr>
            <a:lvl4pPr>
              <a:defRPr sz="975" b="0">
                <a:solidFill>
                  <a:srgbClr val="6B7E72"/>
                </a:solidFill>
                <a:latin typeface="DM Sans"/>
                <a:ea typeface="DM Sans"/>
                <a:cs typeface="DM Sans"/>
              </a:defRPr>
            </a:lvl4pPr>
            <a:lvl5pPr>
              <a:defRPr sz="975" b="0">
                <a:solidFill>
                  <a:srgbClr val="6B7E72"/>
                </a:solidFill>
                <a:latin typeface="DM Sans"/>
                <a:ea typeface="DM Sans"/>
                <a:cs typeface="DM Sans"/>
              </a:defRPr>
            </a:lvl5pPr>
            <a:lvl6pPr>
              <a:defRPr sz="975" b="0">
                <a:solidFill>
                  <a:srgbClr val="6B7E72"/>
                </a:solidFill>
                <a:latin typeface="DM Sans"/>
                <a:ea typeface="DM Sans"/>
                <a:cs typeface="DM Sans"/>
              </a:defRPr>
            </a:lvl6pPr>
            <a:lvl7pPr>
              <a:defRPr sz="975" b="0">
                <a:solidFill>
                  <a:srgbClr val="6B7E72"/>
                </a:solidFill>
                <a:latin typeface="DM Sans"/>
                <a:ea typeface="DM Sans"/>
                <a:cs typeface="DM Sans"/>
              </a:defRPr>
            </a:lvl7pPr>
            <a:lvl8pPr>
              <a:defRPr sz="975" b="0">
                <a:solidFill>
                  <a:srgbClr val="6B7E72"/>
                </a:solidFill>
                <a:latin typeface="DM Sans"/>
                <a:ea typeface="DM Sans"/>
                <a:cs typeface="DM Sans"/>
              </a:defRPr>
            </a:lvl8pPr>
            <a:lvl9pPr>
              <a:defRPr sz="975" b="0">
                <a:solidFill>
                  <a:srgbClr val="6B7E72"/>
                </a:solidFill>
                <a:latin typeface="DM Sans"/>
                <a:ea typeface="DM Sans"/>
                <a:cs typeface="DM Sans"/>
              </a:defRPr>
            </a:lvl9pPr>
          </a:lstStyle>
          <a:p xmlns:a="http://schemas.openxmlformats.org/drawingml/2006/main">
            <a:pPr>
              <a:defRPr sz="975" b="0">
                <a:solidFill>
                  <a:srgbClr val="6B7E72"/>
                </a:solidFill>
                <a:latin typeface="DM Sans"/>
                <a:ea typeface="DM Sans"/>
                <a:cs typeface="DM Sans"/>
              </a:defRPr>
            </a:pPr>
            <a:r>
              <a:rPr sz="975" b="0">
                <a:solidFill>
                  <a:srgbClr val="6B7E72"/>
                </a:solidFill>
                <a:latin typeface="DM Sans"/>
                <a:ea typeface="DM Sans"/>
                <a:cs typeface="DM Sans"/>
              </a:rPr>
              <a:t>Sources: repository architecture, Bolna Web Call SDK and custom-function schema. Account key stays on the backend.</a:t>
            </a:r>
          </a:p>
        </p:txBody>
      </p:sp>
      <p:sp>
        <p:nvSpPr>
          <p:cNvPr id="21" name="text-45">
            <a:extLst xmlns:a="http://schemas.openxmlformats.org/drawingml/2006/main">
              <a:ext uri="{FF2B5EF4-FFF2-40B4-BE49-F238E27FC236}">
                <a16:creationId xmlns:a16="http://schemas.microsoft.com/office/drawing/2014/main" id="{4BCC964A-DDBC-4F92-A21F-4E398FCC63D0}"/>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B7E72"/>
                </a:solidFill>
                <a:latin typeface="DM Sans"/>
                <a:ea typeface="DM Sans"/>
                <a:cs typeface="DM Sans"/>
              </a:defRPr>
            </a:defPPr>
            <a:lvl1pPr>
              <a:defRPr sz="1050" b="0">
                <a:solidFill>
                  <a:srgbClr val="6B7E72"/>
                </a:solidFill>
                <a:latin typeface="DM Sans"/>
                <a:ea typeface="DM Sans"/>
                <a:cs typeface="DM Sans"/>
              </a:defRPr>
            </a:lvl1pPr>
            <a:lvl2pPr>
              <a:defRPr sz="1050" b="0">
                <a:solidFill>
                  <a:srgbClr val="6B7E72"/>
                </a:solidFill>
                <a:latin typeface="DM Sans"/>
                <a:ea typeface="DM Sans"/>
                <a:cs typeface="DM Sans"/>
              </a:defRPr>
            </a:lvl2pPr>
            <a:lvl3pPr>
              <a:defRPr sz="1050" b="0">
                <a:solidFill>
                  <a:srgbClr val="6B7E72"/>
                </a:solidFill>
                <a:latin typeface="DM Sans"/>
                <a:ea typeface="DM Sans"/>
                <a:cs typeface="DM Sans"/>
              </a:defRPr>
            </a:lvl3pPr>
            <a:lvl4pPr>
              <a:defRPr sz="1050" b="0">
                <a:solidFill>
                  <a:srgbClr val="6B7E72"/>
                </a:solidFill>
                <a:latin typeface="DM Sans"/>
                <a:ea typeface="DM Sans"/>
                <a:cs typeface="DM Sans"/>
              </a:defRPr>
            </a:lvl4pPr>
            <a:lvl5pPr>
              <a:defRPr sz="1050" b="0">
                <a:solidFill>
                  <a:srgbClr val="6B7E72"/>
                </a:solidFill>
                <a:latin typeface="DM Sans"/>
                <a:ea typeface="DM Sans"/>
                <a:cs typeface="DM Sans"/>
              </a:defRPr>
            </a:lvl5pPr>
            <a:lvl6pPr>
              <a:defRPr sz="1050" b="0">
                <a:solidFill>
                  <a:srgbClr val="6B7E72"/>
                </a:solidFill>
                <a:latin typeface="DM Sans"/>
                <a:ea typeface="DM Sans"/>
                <a:cs typeface="DM Sans"/>
              </a:defRPr>
            </a:lvl6pPr>
            <a:lvl7pPr>
              <a:defRPr sz="1050" b="0">
                <a:solidFill>
                  <a:srgbClr val="6B7E72"/>
                </a:solidFill>
                <a:latin typeface="DM Sans"/>
                <a:ea typeface="DM Sans"/>
                <a:cs typeface="DM Sans"/>
              </a:defRPr>
            </a:lvl7pPr>
            <a:lvl8pPr>
              <a:defRPr sz="1050" b="0">
                <a:solidFill>
                  <a:srgbClr val="6B7E72"/>
                </a:solidFill>
                <a:latin typeface="DM Sans"/>
                <a:ea typeface="DM Sans"/>
                <a:cs typeface="DM Sans"/>
              </a:defRPr>
            </a:lvl8pPr>
            <a:lvl9pPr>
              <a:defRPr sz="1050" b="0">
                <a:solidFill>
                  <a:srgbClr val="6B7E72"/>
                </a:solidFill>
                <a:latin typeface="DM Sans"/>
                <a:ea typeface="DM Sans"/>
                <a:cs typeface="DM Sans"/>
              </a:defRPr>
            </a:lvl9pPr>
          </a:lstStyle>
          <a:p xmlns:a="http://schemas.openxmlformats.org/drawingml/2006/main">
            <a:pPr>
              <a:defRPr sz="1050" b="0">
                <a:solidFill>
                  <a:srgbClr val="6B7E72"/>
                </a:solidFill>
                <a:latin typeface="DM Sans"/>
                <a:ea typeface="DM Sans"/>
                <a:cs typeface="DM Sans"/>
              </a:defRPr>
            </a:pPr>
            <a:r>
              <a:rPr sz="1050" b="0">
                <a:solidFill>
                  <a:srgbClr val="6B7E72"/>
                </a:solidFill>
                <a:latin typeface="DM Sans"/>
                <a:ea typeface="DM Sans"/>
                <a:cs typeface="DM Sans"/>
              </a:rPr>
              <a:t>04</a:t>
            </a:r>
          </a:p>
        </p:txBody>
      </p:sp>
    </p:spTree>
    <p:extLst>
      <p:ext uri="{BB962C8B-B14F-4D97-AF65-F5344CB8AC3E}">
        <p14:creationId xmlns:p14="http://schemas.microsoft.com/office/powerpoint/2010/main" val="1070968150"/>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text-46">
            <a:extLst xmlns:a="http://schemas.openxmlformats.org/drawingml/2006/main">
              <a:ext uri="{FF2B5EF4-FFF2-40B4-BE49-F238E27FC236}">
                <a16:creationId xmlns:a16="http://schemas.microsoft.com/office/drawing/2014/main" id="{D32F3A43-CE23-4379-9D85-916D2BA72405}"/>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83D31"/>
                </a:solidFill>
                <a:latin typeface="Manrope"/>
                <a:ea typeface="Manrope"/>
                <a:cs typeface="Manrope"/>
              </a:defRPr>
            </a:defPPr>
            <a:lvl1pPr>
              <a:defRPr sz="3450" b="1">
                <a:solidFill>
                  <a:srgbClr val="183D31"/>
                </a:solidFill>
                <a:latin typeface="Manrope"/>
                <a:ea typeface="Manrope"/>
                <a:cs typeface="Manrope"/>
              </a:defRPr>
            </a:lvl1pPr>
            <a:lvl2pPr>
              <a:defRPr sz="3450" b="1">
                <a:solidFill>
                  <a:srgbClr val="183D31"/>
                </a:solidFill>
                <a:latin typeface="Manrope"/>
                <a:ea typeface="Manrope"/>
                <a:cs typeface="Manrope"/>
              </a:defRPr>
            </a:lvl2pPr>
            <a:lvl3pPr>
              <a:defRPr sz="3450" b="1">
                <a:solidFill>
                  <a:srgbClr val="183D31"/>
                </a:solidFill>
                <a:latin typeface="Manrope"/>
                <a:ea typeface="Manrope"/>
                <a:cs typeface="Manrope"/>
              </a:defRPr>
            </a:lvl3pPr>
            <a:lvl4pPr>
              <a:defRPr sz="3450" b="1">
                <a:solidFill>
                  <a:srgbClr val="183D31"/>
                </a:solidFill>
                <a:latin typeface="Manrope"/>
                <a:ea typeface="Manrope"/>
                <a:cs typeface="Manrope"/>
              </a:defRPr>
            </a:lvl4pPr>
            <a:lvl5pPr>
              <a:defRPr sz="3450" b="1">
                <a:solidFill>
                  <a:srgbClr val="183D31"/>
                </a:solidFill>
                <a:latin typeface="Manrope"/>
                <a:ea typeface="Manrope"/>
                <a:cs typeface="Manrope"/>
              </a:defRPr>
            </a:lvl5pPr>
            <a:lvl6pPr>
              <a:defRPr sz="3450" b="1">
                <a:solidFill>
                  <a:srgbClr val="183D31"/>
                </a:solidFill>
                <a:latin typeface="Manrope"/>
                <a:ea typeface="Manrope"/>
                <a:cs typeface="Manrope"/>
              </a:defRPr>
            </a:lvl6pPr>
            <a:lvl7pPr>
              <a:defRPr sz="3450" b="1">
                <a:solidFill>
                  <a:srgbClr val="183D31"/>
                </a:solidFill>
                <a:latin typeface="Manrope"/>
                <a:ea typeface="Manrope"/>
                <a:cs typeface="Manrope"/>
              </a:defRPr>
            </a:lvl7pPr>
            <a:lvl8pPr>
              <a:defRPr sz="3450" b="1">
                <a:solidFill>
                  <a:srgbClr val="183D31"/>
                </a:solidFill>
                <a:latin typeface="Manrope"/>
                <a:ea typeface="Manrope"/>
                <a:cs typeface="Manrope"/>
              </a:defRPr>
            </a:lvl8pPr>
            <a:lvl9pPr>
              <a:defRPr sz="3450" b="1">
                <a:solidFill>
                  <a:srgbClr val="183D31"/>
                </a:solidFill>
                <a:latin typeface="Manrope"/>
                <a:ea typeface="Manrope"/>
                <a:cs typeface="Manrope"/>
              </a:defRPr>
            </a:lvl9pPr>
          </a:lstStyle>
          <a:p xmlns:a="http://schemas.openxmlformats.org/drawingml/2006/main">
            <a:pPr>
              <a:defRPr sz="3450" b="1">
                <a:solidFill>
                  <a:srgbClr val="183D31"/>
                </a:solidFill>
                <a:latin typeface="Manrope"/>
                <a:ea typeface="Manrope"/>
                <a:cs typeface="Manrope"/>
              </a:defRPr>
            </a:pPr>
            <a:r>
              <a:rPr sz="3450" b="1">
                <a:solidFill>
                  <a:srgbClr val="183D31"/>
                </a:solidFill>
                <a:latin typeface="Manrope"/>
                <a:ea typeface="Manrope"/>
                <a:cs typeface="Manrope"/>
              </a:rPr>
              <a:t>Existing products overlap with this idea</a:t>
            </a:r>
          </a:p>
        </p:txBody>
      </p:sp>
      <p:graphicFrame>
        <p:nvGraphicFramePr>
          <p:cNvPr id="2" name="">
            <a:extLst xmlns:a="http://schemas.openxmlformats.org/drawingml/2006/main">
              <a:ext uri="{FF2B5EF4-FFF2-40B4-BE49-F238E27FC236}">
                <a16:creationId xmlns:a16="http://schemas.microsoft.com/office/drawing/2014/main" id="{36CEA36A-6CF9-47AE-B52B-A2C699D1363B}"/>
              </a:ext>
            </a:extLst>
          </p:cNvPr>
          <p:cNvGraphicFramePr/>
          <p:nvPr/>
        </p:nvGraphicFramePr>
        <p:xfrm>
          <a:off xmlns:a="http://schemas.openxmlformats.org/drawingml/2006/main" x="609600" y="1504950"/>
          <a:ext xmlns:a="http://schemas.openxmlformats.org/drawingml/2006/main" cx="10972800" cy="2857500"/>
        </p:xfrm>
        <a:graphic xmlns:a="http://schemas.openxmlformats.org/drawingml/2006/main">
          <a:graphicData uri="http://schemas.openxmlformats.org/drawingml/2006/table">
            <a:tbl>
              <a:tblPr/>
              <a:tblGrid>
                <a:gridCol w="2619375"/>
                <a:gridCol w="8353425"/>
              </a:tblGrid>
              <a:tr h="714375">
                <a:tc>
                  <a:txBody>
                    <a:bodyPr/>
                    <a:lstStyle/>
                    <a:p>
                      <a:r>
                        <a:rPr sz="1800" b="1">
                          <a:solidFill>
                            <a:srgbClr val="FFFFFF"/>
                          </a:solidFill>
                          <a:latin typeface="DM Sans"/>
                          <a:ea typeface="DM Sans"/>
                          <a:cs typeface="DM Sans"/>
                        </a:rPr>
                        <a:t>Product</a:t>
                      </a:r>
                    </a:p>
                  </a:txBody>
                  <a:tcPr marL="91440" marR="91440" marT="45720" marB="45720">
                    <a:lnL w="9525">
                      <a:solidFill>
                        <a:srgbClr val="DBE3D9"/>
                      </a:solidFill>
                      <a:prstDash val="solid"/>
                    </a:lnL>
                    <a:lnR w="9525">
                      <a:solidFill>
                        <a:srgbClr val="DBE3D9"/>
                      </a:solidFill>
                      <a:prstDash val="solid"/>
                    </a:lnR>
                    <a:lnT w="9525">
                      <a:solidFill>
                        <a:srgbClr val="DBE3D9"/>
                      </a:solidFill>
                      <a:prstDash val="solid"/>
                    </a:lnT>
                    <a:lnB w="9525">
                      <a:solidFill>
                        <a:srgbClr val="DBE3D9"/>
                      </a:solidFill>
                      <a:prstDash val="solid"/>
                    </a:lnB>
                    <a:solidFill>
                      <a:srgbClr val="183D31"/>
                    </a:solidFill>
                  </a:tcPr>
                </a:tc>
                <a:tc>
                  <a:txBody>
                    <a:bodyPr/>
                    <a:lstStyle/>
                    <a:p>
                      <a:r>
                        <a:rPr sz="1800" b="1">
                          <a:solidFill>
                            <a:srgbClr val="FFFFFF"/>
                          </a:solidFill>
                          <a:latin typeface="DM Sans"/>
                          <a:ea typeface="DM Sans"/>
                          <a:cs typeface="DM Sans"/>
                        </a:rPr>
                        <a:t>Advertised overlap</a:t>
                      </a:r>
                    </a:p>
                  </a:txBody>
                  <a:tcPr marL="91440" marR="91440" marT="45720" marB="45720">
                    <a:lnR w="9525">
                      <a:solidFill>
                        <a:srgbClr val="DBE3D9"/>
                      </a:solidFill>
                      <a:prstDash val="solid"/>
                    </a:lnR>
                    <a:lnT w="9525">
                      <a:solidFill>
                        <a:srgbClr val="DBE3D9"/>
                      </a:solidFill>
                      <a:prstDash val="solid"/>
                    </a:lnT>
                    <a:lnB w="9525">
                      <a:solidFill>
                        <a:srgbClr val="DBE3D9"/>
                      </a:solidFill>
                      <a:prstDash val="solid"/>
                    </a:lnB>
                    <a:solidFill>
                      <a:srgbClr val="183D31"/>
                    </a:solidFill>
                  </a:tcPr>
                </a:tc>
              </a:tr>
              <a:tr h="714375">
                <a:tc>
                  <a:txBody>
                    <a:bodyPr/>
                    <a:lstStyle/>
                    <a:p>
                      <a:r>
                        <a:rPr sz="1800" b="1">
                          <a:solidFill>
                            <a:srgbClr val="20352E"/>
                          </a:solidFill>
                          <a:latin typeface="DM Sans"/>
                          <a:ea typeface="DM Sans"/>
                          <a:cs typeface="DM Sans"/>
                        </a:rPr>
                        <a:t>Settle</a:t>
                      </a:r>
                    </a:p>
                  </a:txBody>
                  <a:tcPr marL="91440" marR="91440" marT="45720" marB="45720">
                    <a:lnL w="9525">
                      <a:solidFill>
                        <a:srgbClr val="DBE3D9"/>
                      </a:solidFill>
                      <a:prstDash val="solid"/>
                    </a:lnL>
                    <a:lnR w="9525">
                      <a:solidFill>
                        <a:srgbClr val="DBE3D9"/>
                      </a:solidFill>
                      <a:prstDash val="solid"/>
                    </a:lnR>
                    <a:lnB w="9525">
                      <a:solidFill>
                        <a:srgbClr val="DBE3D9"/>
                      </a:solidFill>
                      <a:prstDash val="solid"/>
                    </a:lnB>
                    <a:solidFill>
                      <a:srgbClr val="F5F7F4"/>
                    </a:solidFill>
                  </a:tcPr>
                </a:tc>
                <a:tc>
                  <a:txBody>
                    <a:bodyPr/>
                    <a:lstStyle/>
                    <a:p>
                      <a:r>
                        <a:rPr sz="1800" b="0">
                          <a:solidFill>
                            <a:srgbClr val="20352E"/>
                          </a:solidFill>
                          <a:latin typeface="DM Sans"/>
                          <a:ea typeface="DM Sans"/>
                          <a:cs typeface="DM Sans"/>
                        </a:rPr>
                        <a:t>Voice reports, discrepancy flags, missing-field gates</a:t>
                      </a:r>
                    </a:p>
                  </a:txBody>
                  <a:tcPr marL="91440" marR="91440" marT="45720" marB="45720">
                    <a:lnR w="9525">
                      <a:solidFill>
                        <a:srgbClr val="DBE3D9"/>
                      </a:solidFill>
                      <a:prstDash val="solid"/>
                    </a:lnR>
                    <a:lnB w="9525">
                      <a:solidFill>
                        <a:srgbClr val="DBE3D9"/>
                      </a:solidFill>
                      <a:prstDash val="solid"/>
                    </a:lnB>
                    <a:solidFill>
                      <a:srgbClr val="F5F7F4"/>
                    </a:solidFill>
                  </a:tcPr>
                </a:tc>
              </a:tr>
              <a:tr h="714375">
                <a:tc>
                  <a:txBody>
                    <a:bodyPr/>
                    <a:lstStyle/>
                    <a:p>
                      <a:r>
                        <a:rPr sz="1800" b="1">
                          <a:solidFill>
                            <a:srgbClr val="20352E"/>
                          </a:solidFill>
                          <a:latin typeface="DM Sans"/>
                          <a:ea typeface="DM Sans"/>
                          <a:cs typeface="DM Sans"/>
                        </a:rPr>
                        <a:t>MaintainX</a:t>
                      </a:r>
                    </a:p>
                  </a:txBody>
                  <a:tcPr marL="91440" marR="91440" marT="45720" marB="45720">
                    <a:lnL w="9525">
                      <a:solidFill>
                        <a:srgbClr val="DBE3D9"/>
                      </a:solidFill>
                      <a:prstDash val="solid"/>
                    </a:lnL>
                    <a:lnR w="9525">
                      <a:solidFill>
                        <a:srgbClr val="DBE3D9"/>
                      </a:solidFill>
                      <a:prstDash val="solid"/>
                    </a:lnR>
                    <a:lnB w="9525">
                      <a:solidFill>
                        <a:srgbClr val="DBE3D9"/>
                      </a:solidFill>
                      <a:prstDash val="solid"/>
                    </a:lnB>
                    <a:solidFill>
                      <a:srgbClr val="F5F7F4"/>
                    </a:solidFill>
                  </a:tcPr>
                </a:tc>
                <a:tc>
                  <a:txBody>
                    <a:bodyPr/>
                    <a:lstStyle/>
                    <a:p>
                      <a:r>
                        <a:rPr sz="1800" b="0">
                          <a:solidFill>
                            <a:srgbClr val="20352E"/>
                          </a:solidFill>
                          <a:latin typeface="DM Sans"/>
                          <a:ea typeface="DM Sans"/>
                          <a:cs typeface="DM Sans"/>
                        </a:rPr>
                        <a:t>Voice work-order summaries and maintenance records</a:t>
                      </a:r>
                    </a:p>
                  </a:txBody>
                  <a:tcPr marL="91440" marR="91440" marT="45720" marB="45720">
                    <a:lnR w="9525">
                      <a:solidFill>
                        <a:srgbClr val="DBE3D9"/>
                      </a:solidFill>
                      <a:prstDash val="solid"/>
                    </a:lnR>
                    <a:lnB w="9525">
                      <a:solidFill>
                        <a:srgbClr val="DBE3D9"/>
                      </a:solidFill>
                      <a:prstDash val="solid"/>
                    </a:lnB>
                    <a:solidFill>
                      <a:srgbClr val="F5F7F4"/>
                    </a:solidFill>
                  </a:tcPr>
                </a:tc>
              </a:tr>
              <a:tr h="714375">
                <a:tc>
                  <a:txBody>
                    <a:bodyPr/>
                    <a:lstStyle/>
                    <a:p>
                      <a:r>
                        <a:rPr sz="1800" b="1">
                          <a:solidFill>
                            <a:srgbClr val="20352E"/>
                          </a:solidFill>
                          <a:latin typeface="DM Sans"/>
                          <a:ea typeface="DM Sans"/>
                          <a:cs typeface="DM Sans"/>
                        </a:rPr>
                        <a:t>SenseHawk</a:t>
                      </a:r>
                    </a:p>
                  </a:txBody>
                  <a:tcPr marL="91440" marR="91440" marT="45720" marB="45720">
                    <a:lnL w="9525">
                      <a:solidFill>
                        <a:srgbClr val="DBE3D9"/>
                      </a:solidFill>
                      <a:prstDash val="solid"/>
                    </a:lnL>
                    <a:lnR w="9525">
                      <a:solidFill>
                        <a:srgbClr val="DBE3D9"/>
                      </a:solidFill>
                      <a:prstDash val="solid"/>
                    </a:lnR>
                    <a:lnB w="9525">
                      <a:solidFill>
                        <a:srgbClr val="DBE3D9"/>
                      </a:solidFill>
                      <a:prstDash val="solid"/>
                    </a:lnB>
                    <a:solidFill>
                      <a:srgbClr val="F5F7F4"/>
                    </a:solidFill>
                  </a:tcPr>
                </a:tc>
                <a:tc>
                  <a:txBody>
                    <a:bodyPr/>
                    <a:lstStyle/>
                    <a:p>
                      <a:r>
                        <a:rPr sz="1800" b="0">
                          <a:solidFill>
                            <a:srgbClr val="20352E"/>
                          </a:solidFill>
                          <a:latin typeface="DM Sans"/>
                          <a:ea typeface="DM Sans"/>
                          <a:cs typeface="DM Sans"/>
                        </a:rPr>
                        <a:t>Solar work orders, field evidence and handovers</a:t>
                      </a:r>
                    </a:p>
                  </a:txBody>
                  <a:tcPr marL="91440" marR="91440" marT="45720" marB="45720">
                    <a:lnR w="9525">
                      <a:solidFill>
                        <a:srgbClr val="DBE3D9"/>
                      </a:solidFill>
                      <a:prstDash val="solid"/>
                    </a:lnR>
                    <a:lnB w="9525">
                      <a:solidFill>
                        <a:srgbClr val="DBE3D9"/>
                      </a:solidFill>
                      <a:prstDash val="solid"/>
                    </a:lnB>
                    <a:solidFill>
                      <a:srgbClr val="F5F7F4"/>
                    </a:solidFill>
                  </a:tcPr>
                </a:tc>
              </a:tr>
            </a:tbl>
          </a:graphicData>
        </a:graphic>
      </p:graphicFrame>
      <p:sp>
        <p:nvSpPr>
          <p:cNvPr id="3" name="text-47">
            <a:extLst xmlns:a="http://schemas.openxmlformats.org/drawingml/2006/main">
              <a:ext uri="{FF2B5EF4-FFF2-40B4-BE49-F238E27FC236}">
                <a16:creationId xmlns:a16="http://schemas.microsoft.com/office/drawing/2014/main" id="{5691E235-06CF-461B-B946-5A2428F828A0}"/>
              </a:ext>
            </a:extLst>
          </p:cNvPr>
          <p:cNvSpPr>
            <a:spLocks xmlns:a="http://schemas.openxmlformats.org/drawingml/2006/main" noGrp="1"/>
          </p:cNvSpPr>
          <p:nvPr/>
        </p:nvSpPr>
        <p:spPr>
          <a:xfrm xmlns:a="http://schemas.openxmlformats.org/drawingml/2006/main">
            <a:off x="609600" y="4733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6B7E72"/>
                </a:solidFill>
                <a:latin typeface="DM Sans"/>
                <a:ea typeface="DM Sans"/>
                <a:cs typeface="DM Sans"/>
              </a:defRPr>
            </a:defPPr>
            <a:lvl1pPr>
              <a:defRPr sz="1800" b="1">
                <a:solidFill>
                  <a:srgbClr val="6B7E72"/>
                </a:solidFill>
                <a:latin typeface="DM Sans"/>
                <a:ea typeface="DM Sans"/>
                <a:cs typeface="DM Sans"/>
              </a:defRPr>
            </a:lvl1pPr>
            <a:lvl2pPr>
              <a:defRPr sz="1800" b="1">
                <a:solidFill>
                  <a:srgbClr val="6B7E72"/>
                </a:solidFill>
                <a:latin typeface="DM Sans"/>
                <a:ea typeface="DM Sans"/>
                <a:cs typeface="DM Sans"/>
              </a:defRPr>
            </a:lvl2pPr>
            <a:lvl3pPr>
              <a:defRPr sz="1800" b="1">
                <a:solidFill>
                  <a:srgbClr val="6B7E72"/>
                </a:solidFill>
                <a:latin typeface="DM Sans"/>
                <a:ea typeface="DM Sans"/>
                <a:cs typeface="DM Sans"/>
              </a:defRPr>
            </a:lvl3pPr>
            <a:lvl4pPr>
              <a:defRPr sz="1800" b="1">
                <a:solidFill>
                  <a:srgbClr val="6B7E72"/>
                </a:solidFill>
                <a:latin typeface="DM Sans"/>
                <a:ea typeface="DM Sans"/>
                <a:cs typeface="DM Sans"/>
              </a:defRPr>
            </a:lvl4pPr>
            <a:lvl5pPr>
              <a:defRPr sz="1800" b="1">
                <a:solidFill>
                  <a:srgbClr val="6B7E72"/>
                </a:solidFill>
                <a:latin typeface="DM Sans"/>
                <a:ea typeface="DM Sans"/>
                <a:cs typeface="DM Sans"/>
              </a:defRPr>
            </a:lvl5pPr>
            <a:lvl6pPr>
              <a:defRPr sz="1800" b="1">
                <a:solidFill>
                  <a:srgbClr val="6B7E72"/>
                </a:solidFill>
                <a:latin typeface="DM Sans"/>
                <a:ea typeface="DM Sans"/>
                <a:cs typeface="DM Sans"/>
              </a:defRPr>
            </a:lvl6pPr>
            <a:lvl7pPr>
              <a:defRPr sz="1800" b="1">
                <a:solidFill>
                  <a:srgbClr val="6B7E72"/>
                </a:solidFill>
                <a:latin typeface="DM Sans"/>
                <a:ea typeface="DM Sans"/>
                <a:cs typeface="DM Sans"/>
              </a:defRPr>
            </a:lvl7pPr>
            <a:lvl8pPr>
              <a:defRPr sz="1800" b="1">
                <a:solidFill>
                  <a:srgbClr val="6B7E72"/>
                </a:solidFill>
                <a:latin typeface="DM Sans"/>
                <a:ea typeface="DM Sans"/>
                <a:cs typeface="DM Sans"/>
              </a:defRPr>
            </a:lvl8pPr>
            <a:lvl9pPr>
              <a:defRPr sz="1800" b="1">
                <a:solidFill>
                  <a:srgbClr val="6B7E72"/>
                </a:solidFill>
                <a:latin typeface="DM Sans"/>
                <a:ea typeface="DM Sans"/>
                <a:cs typeface="DM Sans"/>
              </a:defRPr>
            </a:lvl9pPr>
          </a:lstStyle>
          <a:p xmlns:a="http://schemas.openxmlformats.org/drawingml/2006/main">
            <a:pPr>
              <a:defRPr sz="1800" b="1">
                <a:solidFill>
                  <a:srgbClr val="6B7E72"/>
                </a:solidFill>
                <a:latin typeface="DM Sans"/>
                <a:ea typeface="DM Sans"/>
                <a:cs typeface="DM Sans"/>
              </a:defRPr>
            </a:pPr>
            <a:r>
              <a:rPr sz="1800" b="1">
                <a:solidFill>
                  <a:srgbClr val="6B7E72"/>
                </a:solidFill>
                <a:latin typeface="DM Sans"/>
                <a:ea typeface="DM Sans"/>
                <a:cs typeface="DM Sans"/>
              </a:rPr>
              <a:t>Our evaluation focus</a:t>
            </a:r>
          </a:p>
        </p:txBody>
      </p:sp>
      <p:sp>
        <p:nvSpPr>
          <p:cNvPr id="4" name="text-48">
            <a:extLst xmlns:a="http://schemas.openxmlformats.org/drawingml/2006/main">
              <a:ext uri="{FF2B5EF4-FFF2-40B4-BE49-F238E27FC236}">
                <a16:creationId xmlns:a16="http://schemas.microsoft.com/office/drawing/2014/main" id="{791D2380-FAC7-4D32-8F43-E0F9C7353399}"/>
              </a:ext>
            </a:extLst>
          </p:cNvPr>
          <p:cNvSpPr>
            <a:spLocks xmlns:a="http://schemas.openxmlformats.org/drawingml/2006/main" noGrp="1"/>
          </p:cNvSpPr>
          <p:nvPr/>
        </p:nvSpPr>
        <p:spPr>
          <a:xfrm xmlns:a="http://schemas.openxmlformats.org/drawingml/2006/main">
            <a:off x="609600" y="51816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83D31"/>
                </a:solidFill>
                <a:latin typeface="Manrope"/>
                <a:ea typeface="Manrope"/>
                <a:cs typeface="Manrope"/>
              </a:defRPr>
            </a:defPPr>
            <a:lvl1pPr>
              <a:defRPr sz="2250" b="1">
                <a:solidFill>
                  <a:srgbClr val="183D31"/>
                </a:solidFill>
                <a:latin typeface="Manrope"/>
                <a:ea typeface="Manrope"/>
                <a:cs typeface="Manrope"/>
              </a:defRPr>
            </a:lvl1pPr>
            <a:lvl2pPr>
              <a:defRPr sz="2250" b="1">
                <a:solidFill>
                  <a:srgbClr val="183D31"/>
                </a:solidFill>
                <a:latin typeface="Manrope"/>
                <a:ea typeface="Manrope"/>
                <a:cs typeface="Manrope"/>
              </a:defRPr>
            </a:lvl2pPr>
            <a:lvl3pPr>
              <a:defRPr sz="2250" b="1">
                <a:solidFill>
                  <a:srgbClr val="183D31"/>
                </a:solidFill>
                <a:latin typeface="Manrope"/>
                <a:ea typeface="Manrope"/>
                <a:cs typeface="Manrope"/>
              </a:defRPr>
            </a:lvl3pPr>
            <a:lvl4pPr>
              <a:defRPr sz="2250" b="1">
                <a:solidFill>
                  <a:srgbClr val="183D31"/>
                </a:solidFill>
                <a:latin typeface="Manrope"/>
                <a:ea typeface="Manrope"/>
                <a:cs typeface="Manrope"/>
              </a:defRPr>
            </a:lvl4pPr>
            <a:lvl5pPr>
              <a:defRPr sz="2250" b="1">
                <a:solidFill>
                  <a:srgbClr val="183D31"/>
                </a:solidFill>
                <a:latin typeface="Manrope"/>
                <a:ea typeface="Manrope"/>
                <a:cs typeface="Manrope"/>
              </a:defRPr>
            </a:lvl5pPr>
            <a:lvl6pPr>
              <a:defRPr sz="2250" b="1">
                <a:solidFill>
                  <a:srgbClr val="183D31"/>
                </a:solidFill>
                <a:latin typeface="Manrope"/>
                <a:ea typeface="Manrope"/>
                <a:cs typeface="Manrope"/>
              </a:defRPr>
            </a:lvl6pPr>
            <a:lvl7pPr>
              <a:defRPr sz="2250" b="1">
                <a:solidFill>
                  <a:srgbClr val="183D31"/>
                </a:solidFill>
                <a:latin typeface="Manrope"/>
                <a:ea typeface="Manrope"/>
                <a:cs typeface="Manrope"/>
              </a:defRPr>
            </a:lvl7pPr>
            <a:lvl8pPr>
              <a:defRPr sz="2250" b="1">
                <a:solidFill>
                  <a:srgbClr val="183D31"/>
                </a:solidFill>
                <a:latin typeface="Manrope"/>
                <a:ea typeface="Manrope"/>
                <a:cs typeface="Manrope"/>
              </a:defRPr>
            </a:lvl8pPr>
            <a:lvl9pPr>
              <a:defRPr sz="2250" b="1">
                <a:solidFill>
                  <a:srgbClr val="183D31"/>
                </a:solidFill>
                <a:latin typeface="Manrope"/>
                <a:ea typeface="Manrope"/>
                <a:cs typeface="Manrope"/>
              </a:defRPr>
            </a:lvl9pPr>
          </a:lstStyle>
          <a:p xmlns:a="http://schemas.openxmlformats.org/drawingml/2006/main">
            <a:pPr>
              <a:defRPr sz="2250" b="1">
                <a:solidFill>
                  <a:srgbClr val="183D31"/>
                </a:solidFill>
                <a:latin typeface="Manrope"/>
                <a:ea typeface="Manrope"/>
                <a:cs typeface="Manrope"/>
              </a:defRPr>
            </a:pPr>
            <a:r>
              <a:rPr sz="2250" b="1">
                <a:solidFill>
                  <a:srgbClr val="183D31"/>
                </a:solidFill>
                <a:latin typeface="Manrope"/>
                <a:ea typeface="Manrope"/>
                <a:cs typeface="Manrope"/>
              </a:rPr>
              <a:t>Solar closeout with exact quotes, visible corrections,</a:t>
            </a:r>
          </a:p>
          <a:p xmlns:a="http://schemas.openxmlformats.org/drawingml/2006/main">
            <a:pPr>
              <a:defRPr sz="2250" b="1">
                <a:solidFill>
                  <a:srgbClr val="183D31"/>
                </a:solidFill>
                <a:latin typeface="Manrope"/>
                <a:ea typeface="Manrope"/>
                <a:cs typeface="Manrope"/>
              </a:defRPr>
            </a:pPr>
            <a:r>
              <a:rPr sz="2250" b="1">
                <a:solidFill>
                  <a:srgbClr val="183D31"/>
                </a:solidFill>
                <a:latin typeface="Manrope"/>
                <a:ea typeface="Manrope"/>
                <a:cs typeface="Manrope"/>
              </a:rPr>
              <a:t>targeted questions and a separate review step.</a:t>
            </a:r>
          </a:p>
        </p:txBody>
      </p:sp>
      <p:sp>
        <p:nvSpPr>
          <p:cNvPr id="5" name="text-49">
            <a:extLst xmlns:a="http://schemas.openxmlformats.org/drawingml/2006/main">
              <a:ext uri="{FF2B5EF4-FFF2-40B4-BE49-F238E27FC236}">
                <a16:creationId xmlns:a16="http://schemas.microsoft.com/office/drawing/2014/main" id="{2444D0A1-F305-4796-9276-7DC4EDE57B11}"/>
              </a:ext>
            </a:extLst>
          </p:cNvPr>
          <p:cNvSpPr>
            <a:spLocks xmlns:a="http://schemas.openxmlformats.org/drawingml/2006/main" noGrp="1"/>
          </p:cNvSpPr>
          <p:nvPr/>
        </p:nvSpPr>
        <p:spPr>
          <a:xfrm xmlns:a="http://schemas.openxmlformats.org/drawingml/2006/main">
            <a:off x="609600" y="63722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6B7E72"/>
                </a:solidFill>
                <a:latin typeface="DM Sans"/>
                <a:ea typeface="DM Sans"/>
                <a:cs typeface="DM Sans"/>
              </a:defRPr>
            </a:defPPr>
            <a:lvl1pPr>
              <a:defRPr sz="975" b="0">
                <a:solidFill>
                  <a:srgbClr val="6B7E72"/>
                </a:solidFill>
                <a:latin typeface="DM Sans"/>
                <a:ea typeface="DM Sans"/>
                <a:cs typeface="DM Sans"/>
              </a:defRPr>
            </a:lvl1pPr>
            <a:lvl2pPr>
              <a:defRPr sz="975" b="0">
                <a:solidFill>
                  <a:srgbClr val="6B7E72"/>
                </a:solidFill>
                <a:latin typeface="DM Sans"/>
                <a:ea typeface="DM Sans"/>
                <a:cs typeface="DM Sans"/>
              </a:defRPr>
            </a:lvl2pPr>
            <a:lvl3pPr>
              <a:defRPr sz="975" b="0">
                <a:solidFill>
                  <a:srgbClr val="6B7E72"/>
                </a:solidFill>
                <a:latin typeface="DM Sans"/>
                <a:ea typeface="DM Sans"/>
                <a:cs typeface="DM Sans"/>
              </a:defRPr>
            </a:lvl3pPr>
            <a:lvl4pPr>
              <a:defRPr sz="975" b="0">
                <a:solidFill>
                  <a:srgbClr val="6B7E72"/>
                </a:solidFill>
                <a:latin typeface="DM Sans"/>
                <a:ea typeface="DM Sans"/>
                <a:cs typeface="DM Sans"/>
              </a:defRPr>
            </a:lvl4pPr>
            <a:lvl5pPr>
              <a:defRPr sz="975" b="0">
                <a:solidFill>
                  <a:srgbClr val="6B7E72"/>
                </a:solidFill>
                <a:latin typeface="DM Sans"/>
                <a:ea typeface="DM Sans"/>
                <a:cs typeface="DM Sans"/>
              </a:defRPr>
            </a:lvl5pPr>
            <a:lvl6pPr>
              <a:defRPr sz="975" b="0">
                <a:solidFill>
                  <a:srgbClr val="6B7E72"/>
                </a:solidFill>
                <a:latin typeface="DM Sans"/>
                <a:ea typeface="DM Sans"/>
                <a:cs typeface="DM Sans"/>
              </a:defRPr>
            </a:lvl6pPr>
            <a:lvl7pPr>
              <a:defRPr sz="975" b="0">
                <a:solidFill>
                  <a:srgbClr val="6B7E72"/>
                </a:solidFill>
                <a:latin typeface="DM Sans"/>
                <a:ea typeface="DM Sans"/>
                <a:cs typeface="DM Sans"/>
              </a:defRPr>
            </a:lvl7pPr>
            <a:lvl8pPr>
              <a:defRPr sz="975" b="0">
                <a:solidFill>
                  <a:srgbClr val="6B7E72"/>
                </a:solidFill>
                <a:latin typeface="DM Sans"/>
                <a:ea typeface="DM Sans"/>
                <a:cs typeface="DM Sans"/>
              </a:defRPr>
            </a:lvl8pPr>
            <a:lvl9pPr>
              <a:defRPr sz="975" b="0">
                <a:solidFill>
                  <a:srgbClr val="6B7E72"/>
                </a:solidFill>
                <a:latin typeface="DM Sans"/>
                <a:ea typeface="DM Sans"/>
                <a:cs typeface="DM Sans"/>
              </a:defRPr>
            </a:lvl9pPr>
          </a:lstStyle>
          <a:p xmlns:a="http://schemas.openxmlformats.org/drawingml/2006/main">
            <a:pPr>
              <a:defRPr sz="975" b="0">
                <a:solidFill>
                  <a:srgbClr val="6B7E72"/>
                </a:solidFill>
                <a:latin typeface="DM Sans"/>
                <a:ea typeface="DM Sans"/>
                <a:cs typeface="DM Sans"/>
              </a:defRPr>
            </a:pPr>
            <a:r>
              <a:rPr sz="975" b="0">
                <a:solidFill>
                  <a:srgbClr val="6B7E72"/>
                </a:solidFill>
                <a:latin typeface="DM Sans"/>
                <a:ea typeface="DM Sans"/>
                <a:cs typeface="DM Sans"/>
              </a:rPr>
              <a:t>Sources: Settle Service Report Writer, MaintainX Assist, SenseHawk Solar. Advertised features, 21 Oct 2026.</a:t>
            </a:r>
          </a:p>
        </p:txBody>
      </p:sp>
      <p:sp>
        <p:nvSpPr>
          <p:cNvPr id="6" name="text-50">
            <a:extLst xmlns:a="http://schemas.openxmlformats.org/drawingml/2006/main">
              <a:ext uri="{FF2B5EF4-FFF2-40B4-BE49-F238E27FC236}">
                <a16:creationId xmlns:a16="http://schemas.microsoft.com/office/drawing/2014/main" id="{341AC307-DBE2-4A8F-A9D9-D8B489728987}"/>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B7E72"/>
                </a:solidFill>
                <a:latin typeface="DM Sans"/>
                <a:ea typeface="DM Sans"/>
                <a:cs typeface="DM Sans"/>
              </a:defRPr>
            </a:defPPr>
            <a:lvl1pPr>
              <a:defRPr sz="1050" b="0">
                <a:solidFill>
                  <a:srgbClr val="6B7E72"/>
                </a:solidFill>
                <a:latin typeface="DM Sans"/>
                <a:ea typeface="DM Sans"/>
                <a:cs typeface="DM Sans"/>
              </a:defRPr>
            </a:lvl1pPr>
            <a:lvl2pPr>
              <a:defRPr sz="1050" b="0">
                <a:solidFill>
                  <a:srgbClr val="6B7E72"/>
                </a:solidFill>
                <a:latin typeface="DM Sans"/>
                <a:ea typeface="DM Sans"/>
                <a:cs typeface="DM Sans"/>
              </a:defRPr>
            </a:lvl2pPr>
            <a:lvl3pPr>
              <a:defRPr sz="1050" b="0">
                <a:solidFill>
                  <a:srgbClr val="6B7E72"/>
                </a:solidFill>
                <a:latin typeface="DM Sans"/>
                <a:ea typeface="DM Sans"/>
                <a:cs typeface="DM Sans"/>
              </a:defRPr>
            </a:lvl3pPr>
            <a:lvl4pPr>
              <a:defRPr sz="1050" b="0">
                <a:solidFill>
                  <a:srgbClr val="6B7E72"/>
                </a:solidFill>
                <a:latin typeface="DM Sans"/>
                <a:ea typeface="DM Sans"/>
                <a:cs typeface="DM Sans"/>
              </a:defRPr>
            </a:lvl4pPr>
            <a:lvl5pPr>
              <a:defRPr sz="1050" b="0">
                <a:solidFill>
                  <a:srgbClr val="6B7E72"/>
                </a:solidFill>
                <a:latin typeface="DM Sans"/>
                <a:ea typeface="DM Sans"/>
                <a:cs typeface="DM Sans"/>
              </a:defRPr>
            </a:lvl5pPr>
            <a:lvl6pPr>
              <a:defRPr sz="1050" b="0">
                <a:solidFill>
                  <a:srgbClr val="6B7E72"/>
                </a:solidFill>
                <a:latin typeface="DM Sans"/>
                <a:ea typeface="DM Sans"/>
                <a:cs typeface="DM Sans"/>
              </a:defRPr>
            </a:lvl6pPr>
            <a:lvl7pPr>
              <a:defRPr sz="1050" b="0">
                <a:solidFill>
                  <a:srgbClr val="6B7E72"/>
                </a:solidFill>
                <a:latin typeface="DM Sans"/>
                <a:ea typeface="DM Sans"/>
                <a:cs typeface="DM Sans"/>
              </a:defRPr>
            </a:lvl7pPr>
            <a:lvl8pPr>
              <a:defRPr sz="1050" b="0">
                <a:solidFill>
                  <a:srgbClr val="6B7E72"/>
                </a:solidFill>
                <a:latin typeface="DM Sans"/>
                <a:ea typeface="DM Sans"/>
                <a:cs typeface="DM Sans"/>
              </a:defRPr>
            </a:lvl8pPr>
            <a:lvl9pPr>
              <a:defRPr sz="1050" b="0">
                <a:solidFill>
                  <a:srgbClr val="6B7E72"/>
                </a:solidFill>
                <a:latin typeface="DM Sans"/>
                <a:ea typeface="DM Sans"/>
                <a:cs typeface="DM Sans"/>
              </a:defRPr>
            </a:lvl9pPr>
          </a:lstStyle>
          <a:p xmlns:a="http://schemas.openxmlformats.org/drawingml/2006/main">
            <a:pPr>
              <a:defRPr sz="1050" b="0">
                <a:solidFill>
                  <a:srgbClr val="6B7E72"/>
                </a:solidFill>
                <a:latin typeface="DM Sans"/>
                <a:ea typeface="DM Sans"/>
                <a:cs typeface="DM Sans"/>
              </a:defRPr>
            </a:pPr>
            <a:r>
              <a:rPr sz="1050" b="0">
                <a:solidFill>
                  <a:srgbClr val="6B7E72"/>
                </a:solidFill>
                <a:latin typeface="DM Sans"/>
                <a:ea typeface="DM Sans"/>
                <a:cs typeface="DM Sans"/>
              </a:rPr>
              <a:t>05</a:t>
            </a:r>
          </a:p>
        </p:txBody>
      </p:sp>
    </p:spTree>
    <p:extLst>
      <p:ext uri="{BB962C8B-B14F-4D97-AF65-F5344CB8AC3E}">
        <p14:creationId xmlns:p14="http://schemas.microsoft.com/office/powerpoint/2010/main" val="666811526"/>
      </p:ext>
    </p:extLst>
  </p:cSld>
</p:sld>
</file>

<file path=ppt/slides/slide6.xml><?xml version="1.0" encoding="utf-8"?>
<p:sld xmlns:p="http://schemas.openxmlformats.org/presentationml/2006/main">
  <p:cSld>
    <p:bg>
      <p:bgPr>
        <a:solidFill xmlns:a="http://schemas.openxmlformats.org/drawingml/2006/main">
          <a:srgbClr val="183D31"/>
        </a:solidFill>
      </p:bgPr>
    </p:bg>
    <p:spTree>
      <p:nvGrpSpPr>
        <p:cNvPr id="1" name=""/>
        <p:cNvGrpSpPr/>
        <p:nvPr/>
      </p:nvGrpSpPr>
      <p:grpSpPr>
        <a:xfrm xmlns:a="http://schemas.openxmlformats.org/drawingml/2006/main"/>
      </p:grpSpPr>
      <p:sp>
        <p:nvSpPr>
          <p:cNvPr id="12" name="text-51">
            <a:extLst xmlns:a="http://schemas.openxmlformats.org/drawingml/2006/main">
              <a:ext uri="{FF2B5EF4-FFF2-40B4-BE49-F238E27FC236}">
                <a16:creationId xmlns:a16="http://schemas.microsoft.com/office/drawing/2014/main" id="{E8907C96-78BF-46C5-B634-E18B0FD26FE7}"/>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FFFFF"/>
                </a:solidFill>
                <a:latin typeface="Manrope"/>
                <a:ea typeface="Manrope"/>
                <a:cs typeface="Manrope"/>
              </a:defRPr>
            </a:defPPr>
            <a:lvl1pPr>
              <a:defRPr sz="3450" b="1">
                <a:solidFill>
                  <a:srgbClr val="FFFFFF"/>
                </a:solidFill>
                <a:latin typeface="Manrope"/>
                <a:ea typeface="Manrope"/>
                <a:cs typeface="Manrope"/>
              </a:defRPr>
            </a:lvl1pPr>
            <a:lvl2pPr>
              <a:defRPr sz="3450" b="1">
                <a:solidFill>
                  <a:srgbClr val="FFFFFF"/>
                </a:solidFill>
                <a:latin typeface="Manrope"/>
                <a:ea typeface="Manrope"/>
                <a:cs typeface="Manrope"/>
              </a:defRPr>
            </a:lvl2pPr>
            <a:lvl3pPr>
              <a:defRPr sz="3450" b="1">
                <a:solidFill>
                  <a:srgbClr val="FFFFFF"/>
                </a:solidFill>
                <a:latin typeface="Manrope"/>
                <a:ea typeface="Manrope"/>
                <a:cs typeface="Manrope"/>
              </a:defRPr>
            </a:lvl3pPr>
            <a:lvl4pPr>
              <a:defRPr sz="3450" b="1">
                <a:solidFill>
                  <a:srgbClr val="FFFFFF"/>
                </a:solidFill>
                <a:latin typeface="Manrope"/>
                <a:ea typeface="Manrope"/>
                <a:cs typeface="Manrope"/>
              </a:defRPr>
            </a:lvl4pPr>
            <a:lvl5pPr>
              <a:defRPr sz="3450" b="1">
                <a:solidFill>
                  <a:srgbClr val="FFFFFF"/>
                </a:solidFill>
                <a:latin typeface="Manrope"/>
                <a:ea typeface="Manrope"/>
                <a:cs typeface="Manrope"/>
              </a:defRPr>
            </a:lvl5pPr>
            <a:lvl6pPr>
              <a:defRPr sz="3450" b="1">
                <a:solidFill>
                  <a:srgbClr val="FFFFFF"/>
                </a:solidFill>
                <a:latin typeface="Manrope"/>
                <a:ea typeface="Manrope"/>
                <a:cs typeface="Manrope"/>
              </a:defRPr>
            </a:lvl6pPr>
            <a:lvl7pPr>
              <a:defRPr sz="3450" b="1">
                <a:solidFill>
                  <a:srgbClr val="FFFFFF"/>
                </a:solidFill>
                <a:latin typeface="Manrope"/>
                <a:ea typeface="Manrope"/>
                <a:cs typeface="Manrope"/>
              </a:defRPr>
            </a:lvl7pPr>
            <a:lvl8pPr>
              <a:defRPr sz="3450" b="1">
                <a:solidFill>
                  <a:srgbClr val="FFFFFF"/>
                </a:solidFill>
                <a:latin typeface="Manrope"/>
                <a:ea typeface="Manrope"/>
                <a:cs typeface="Manrope"/>
              </a:defRPr>
            </a:lvl8pPr>
            <a:lvl9pPr>
              <a:defRPr sz="3450" b="1">
                <a:solidFill>
                  <a:srgbClr val="FFFFFF"/>
                </a:solidFill>
                <a:latin typeface="Manrope"/>
                <a:ea typeface="Manrope"/>
                <a:cs typeface="Manrope"/>
              </a:defRPr>
            </a:lvl9pPr>
          </a:lstStyle>
          <a:p xmlns:a="http://schemas.openxmlformats.org/drawingml/2006/main">
            <a:pPr>
              <a:defRPr sz="3450" b="1">
                <a:solidFill>
                  <a:srgbClr val="FFFFFF"/>
                </a:solidFill>
                <a:latin typeface="Manrope"/>
                <a:ea typeface="Manrope"/>
                <a:cs typeface="Manrope"/>
              </a:defRPr>
            </a:pPr>
            <a:r>
              <a:rPr sz="3450" b="1">
                <a:solidFill>
                  <a:srgbClr val="FFFFFF"/>
                </a:solidFill>
                <a:latin typeface="Manrope"/>
                <a:ea typeface="Manrope"/>
                <a:cs typeface="Manrope"/>
              </a:rPr>
              <a:t>Software checks and current limits</a:t>
            </a:r>
          </a:p>
        </p:txBody>
      </p:sp>
      <p:sp>
        <p:nvSpPr>
          <p:cNvPr id="2" name="text-52">
            <a:extLst xmlns:a="http://schemas.openxmlformats.org/drawingml/2006/main">
              <a:ext uri="{FF2B5EF4-FFF2-40B4-BE49-F238E27FC236}">
                <a16:creationId xmlns:a16="http://schemas.microsoft.com/office/drawing/2014/main" id="{23CE649F-8773-4BE3-9819-48BCB0F2AB31}"/>
              </a:ext>
            </a:extLst>
          </p:cNvPr>
          <p:cNvSpPr>
            <a:spLocks xmlns:a="http://schemas.openxmlformats.org/drawingml/2006/main" noGrp="1"/>
          </p:cNvSpPr>
          <p:nvPr/>
        </p:nvSpPr>
        <p:spPr>
          <a:xfrm xmlns:a="http://schemas.openxmlformats.org/drawingml/2006/main">
            <a:off x="609600" y="1685925"/>
            <a:ext cx="3476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D5EF86"/>
                </a:solidFill>
                <a:latin typeface="Manrope"/>
                <a:ea typeface="Manrope"/>
                <a:cs typeface="Manrope"/>
              </a:defRPr>
            </a:defPPr>
            <a:lvl1pPr>
              <a:defRPr sz="5250" b="1">
                <a:solidFill>
                  <a:srgbClr val="D5EF86"/>
                </a:solidFill>
                <a:latin typeface="Manrope"/>
                <a:ea typeface="Manrope"/>
                <a:cs typeface="Manrope"/>
              </a:defRPr>
            </a:lvl1pPr>
            <a:lvl2pPr>
              <a:defRPr sz="5250" b="1">
                <a:solidFill>
                  <a:srgbClr val="D5EF86"/>
                </a:solidFill>
                <a:latin typeface="Manrope"/>
                <a:ea typeface="Manrope"/>
                <a:cs typeface="Manrope"/>
              </a:defRPr>
            </a:lvl2pPr>
            <a:lvl3pPr>
              <a:defRPr sz="5250" b="1">
                <a:solidFill>
                  <a:srgbClr val="D5EF86"/>
                </a:solidFill>
                <a:latin typeface="Manrope"/>
                <a:ea typeface="Manrope"/>
                <a:cs typeface="Manrope"/>
              </a:defRPr>
            </a:lvl3pPr>
            <a:lvl4pPr>
              <a:defRPr sz="5250" b="1">
                <a:solidFill>
                  <a:srgbClr val="D5EF86"/>
                </a:solidFill>
                <a:latin typeface="Manrope"/>
                <a:ea typeface="Manrope"/>
                <a:cs typeface="Manrope"/>
              </a:defRPr>
            </a:lvl4pPr>
            <a:lvl5pPr>
              <a:defRPr sz="5250" b="1">
                <a:solidFill>
                  <a:srgbClr val="D5EF86"/>
                </a:solidFill>
                <a:latin typeface="Manrope"/>
                <a:ea typeface="Manrope"/>
                <a:cs typeface="Manrope"/>
              </a:defRPr>
            </a:lvl5pPr>
            <a:lvl6pPr>
              <a:defRPr sz="5250" b="1">
                <a:solidFill>
                  <a:srgbClr val="D5EF86"/>
                </a:solidFill>
                <a:latin typeface="Manrope"/>
                <a:ea typeface="Manrope"/>
                <a:cs typeface="Manrope"/>
              </a:defRPr>
            </a:lvl6pPr>
            <a:lvl7pPr>
              <a:defRPr sz="5250" b="1">
                <a:solidFill>
                  <a:srgbClr val="D5EF86"/>
                </a:solidFill>
                <a:latin typeface="Manrope"/>
                <a:ea typeface="Manrope"/>
                <a:cs typeface="Manrope"/>
              </a:defRPr>
            </a:lvl7pPr>
            <a:lvl8pPr>
              <a:defRPr sz="5250" b="1">
                <a:solidFill>
                  <a:srgbClr val="D5EF86"/>
                </a:solidFill>
                <a:latin typeface="Manrope"/>
                <a:ea typeface="Manrope"/>
                <a:cs typeface="Manrope"/>
              </a:defRPr>
            </a:lvl8pPr>
            <a:lvl9pPr>
              <a:defRPr sz="5250" b="1">
                <a:solidFill>
                  <a:srgbClr val="D5EF86"/>
                </a:solidFill>
                <a:latin typeface="Manrope"/>
                <a:ea typeface="Manrope"/>
                <a:cs typeface="Manrope"/>
              </a:defRPr>
            </a:lvl9pPr>
          </a:lstStyle>
          <a:p xmlns:a="http://schemas.openxmlformats.org/drawingml/2006/main">
            <a:pPr>
              <a:defRPr sz="5250" b="1">
                <a:solidFill>
                  <a:srgbClr val="D5EF86"/>
                </a:solidFill>
                <a:latin typeface="Manrope"/>
                <a:ea typeface="Manrope"/>
                <a:cs typeface="Manrope"/>
              </a:defRPr>
            </a:pPr>
            <a:r>
              <a:rPr sz="5250" b="1">
                <a:solidFill>
                  <a:srgbClr val="D5EF86"/>
                </a:solidFill>
                <a:latin typeface="Manrope"/>
                <a:ea typeface="Manrope"/>
                <a:cs typeface="Manrope"/>
              </a:rPr>
              <a:t>58/58</a:t>
            </a:r>
          </a:p>
        </p:txBody>
      </p:sp>
      <p:sp>
        <p:nvSpPr>
          <p:cNvPr id="3" name="text-53">
            <a:extLst xmlns:a="http://schemas.openxmlformats.org/drawingml/2006/main">
              <a:ext uri="{FF2B5EF4-FFF2-40B4-BE49-F238E27FC236}">
                <a16:creationId xmlns:a16="http://schemas.microsoft.com/office/drawing/2014/main" id="{63179C61-0096-4F0D-9FF6-DEF177E0599A}"/>
              </a:ext>
            </a:extLst>
          </p:cNvPr>
          <p:cNvSpPr>
            <a:spLocks xmlns:a="http://schemas.openxmlformats.org/drawingml/2006/main" noGrp="1"/>
          </p:cNvSpPr>
          <p:nvPr/>
        </p:nvSpPr>
        <p:spPr>
          <a:xfrm xmlns:a="http://schemas.openxmlformats.org/drawingml/2006/main">
            <a:off x="628650" y="2876550"/>
            <a:ext cx="34004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FFFFF"/>
                </a:solidFill>
                <a:latin typeface="Manrope"/>
                <a:ea typeface="Manrope"/>
                <a:cs typeface="Manrope"/>
              </a:defRPr>
            </a:defPPr>
            <a:lvl1pPr>
              <a:defRPr sz="2025" b="1">
                <a:solidFill>
                  <a:srgbClr val="FFFFFF"/>
                </a:solidFill>
                <a:latin typeface="Manrope"/>
                <a:ea typeface="Manrope"/>
                <a:cs typeface="Manrope"/>
              </a:defRPr>
            </a:lvl1pPr>
            <a:lvl2pPr>
              <a:defRPr sz="2025" b="1">
                <a:solidFill>
                  <a:srgbClr val="FFFFFF"/>
                </a:solidFill>
                <a:latin typeface="Manrope"/>
                <a:ea typeface="Manrope"/>
                <a:cs typeface="Manrope"/>
              </a:defRPr>
            </a:lvl2pPr>
            <a:lvl3pPr>
              <a:defRPr sz="2025" b="1">
                <a:solidFill>
                  <a:srgbClr val="FFFFFF"/>
                </a:solidFill>
                <a:latin typeface="Manrope"/>
                <a:ea typeface="Manrope"/>
                <a:cs typeface="Manrope"/>
              </a:defRPr>
            </a:lvl3pPr>
            <a:lvl4pPr>
              <a:defRPr sz="2025" b="1">
                <a:solidFill>
                  <a:srgbClr val="FFFFFF"/>
                </a:solidFill>
                <a:latin typeface="Manrope"/>
                <a:ea typeface="Manrope"/>
                <a:cs typeface="Manrope"/>
              </a:defRPr>
            </a:lvl4pPr>
            <a:lvl5pPr>
              <a:defRPr sz="2025" b="1">
                <a:solidFill>
                  <a:srgbClr val="FFFFFF"/>
                </a:solidFill>
                <a:latin typeface="Manrope"/>
                <a:ea typeface="Manrope"/>
                <a:cs typeface="Manrope"/>
              </a:defRPr>
            </a:lvl5pPr>
            <a:lvl6pPr>
              <a:defRPr sz="2025" b="1">
                <a:solidFill>
                  <a:srgbClr val="FFFFFF"/>
                </a:solidFill>
                <a:latin typeface="Manrope"/>
                <a:ea typeface="Manrope"/>
                <a:cs typeface="Manrope"/>
              </a:defRPr>
            </a:lvl6pPr>
            <a:lvl7pPr>
              <a:defRPr sz="2025" b="1">
                <a:solidFill>
                  <a:srgbClr val="FFFFFF"/>
                </a:solidFill>
                <a:latin typeface="Manrope"/>
                <a:ea typeface="Manrope"/>
                <a:cs typeface="Manrope"/>
              </a:defRPr>
            </a:lvl7pPr>
            <a:lvl8pPr>
              <a:defRPr sz="2025" b="1">
                <a:solidFill>
                  <a:srgbClr val="FFFFFF"/>
                </a:solidFill>
                <a:latin typeface="Manrope"/>
                <a:ea typeface="Manrope"/>
                <a:cs typeface="Manrope"/>
              </a:defRPr>
            </a:lvl8pPr>
            <a:lvl9pPr>
              <a:defRPr sz="2025" b="1">
                <a:solidFill>
                  <a:srgbClr val="FFFFFF"/>
                </a:solidFill>
                <a:latin typeface="Manrope"/>
                <a:ea typeface="Manrope"/>
                <a:cs typeface="Manrope"/>
              </a:defRPr>
            </a:lvl9pPr>
          </a:lstStyle>
          <a:p xmlns:a="http://schemas.openxmlformats.org/drawingml/2006/main">
            <a:pPr>
              <a:defRPr sz="2025" b="1">
                <a:solidFill>
                  <a:srgbClr val="FFFFFF"/>
                </a:solidFill>
                <a:latin typeface="Manrope"/>
                <a:ea typeface="Manrope"/>
                <a:cs typeface="Manrope"/>
              </a:defRPr>
            </a:pPr>
            <a:r>
              <a:rPr sz="2025" b="1">
                <a:solidFill>
                  <a:srgbClr val="FFFFFF"/>
                </a:solidFill>
                <a:latin typeface="Manrope"/>
                <a:ea typeface="Manrope"/>
                <a:cs typeface="Manrope"/>
              </a:rPr>
              <a:t>Automated tests</a:t>
            </a:r>
          </a:p>
        </p:txBody>
      </p:sp>
      <p:sp>
        <p:nvSpPr>
          <p:cNvPr id="4" name="text-54">
            <a:extLst xmlns:a="http://schemas.openxmlformats.org/drawingml/2006/main">
              <a:ext uri="{FF2B5EF4-FFF2-40B4-BE49-F238E27FC236}">
                <a16:creationId xmlns:a16="http://schemas.microsoft.com/office/drawing/2014/main" id="{77EC3467-DD01-457C-BF98-A51C1ACD9C14}"/>
              </a:ext>
            </a:extLst>
          </p:cNvPr>
          <p:cNvSpPr>
            <a:spLocks xmlns:a="http://schemas.openxmlformats.org/drawingml/2006/main" noGrp="1"/>
          </p:cNvSpPr>
          <p:nvPr/>
        </p:nvSpPr>
        <p:spPr>
          <a:xfrm xmlns:a="http://schemas.openxmlformats.org/drawingml/2006/main">
            <a:off x="4381500" y="1685925"/>
            <a:ext cx="3476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D5EF86"/>
                </a:solidFill>
                <a:latin typeface="Manrope"/>
                <a:ea typeface="Manrope"/>
                <a:cs typeface="Manrope"/>
              </a:defRPr>
            </a:defPPr>
            <a:lvl1pPr>
              <a:defRPr sz="5250" b="1">
                <a:solidFill>
                  <a:srgbClr val="D5EF86"/>
                </a:solidFill>
                <a:latin typeface="Manrope"/>
                <a:ea typeface="Manrope"/>
                <a:cs typeface="Manrope"/>
              </a:defRPr>
            </a:lvl1pPr>
            <a:lvl2pPr>
              <a:defRPr sz="5250" b="1">
                <a:solidFill>
                  <a:srgbClr val="D5EF86"/>
                </a:solidFill>
                <a:latin typeface="Manrope"/>
                <a:ea typeface="Manrope"/>
                <a:cs typeface="Manrope"/>
              </a:defRPr>
            </a:lvl2pPr>
            <a:lvl3pPr>
              <a:defRPr sz="5250" b="1">
                <a:solidFill>
                  <a:srgbClr val="D5EF86"/>
                </a:solidFill>
                <a:latin typeface="Manrope"/>
                <a:ea typeface="Manrope"/>
                <a:cs typeface="Manrope"/>
              </a:defRPr>
            </a:lvl3pPr>
            <a:lvl4pPr>
              <a:defRPr sz="5250" b="1">
                <a:solidFill>
                  <a:srgbClr val="D5EF86"/>
                </a:solidFill>
                <a:latin typeface="Manrope"/>
                <a:ea typeface="Manrope"/>
                <a:cs typeface="Manrope"/>
              </a:defRPr>
            </a:lvl4pPr>
            <a:lvl5pPr>
              <a:defRPr sz="5250" b="1">
                <a:solidFill>
                  <a:srgbClr val="D5EF86"/>
                </a:solidFill>
                <a:latin typeface="Manrope"/>
                <a:ea typeface="Manrope"/>
                <a:cs typeface="Manrope"/>
              </a:defRPr>
            </a:lvl5pPr>
            <a:lvl6pPr>
              <a:defRPr sz="5250" b="1">
                <a:solidFill>
                  <a:srgbClr val="D5EF86"/>
                </a:solidFill>
                <a:latin typeface="Manrope"/>
                <a:ea typeface="Manrope"/>
                <a:cs typeface="Manrope"/>
              </a:defRPr>
            </a:lvl6pPr>
            <a:lvl7pPr>
              <a:defRPr sz="5250" b="1">
                <a:solidFill>
                  <a:srgbClr val="D5EF86"/>
                </a:solidFill>
                <a:latin typeface="Manrope"/>
                <a:ea typeface="Manrope"/>
                <a:cs typeface="Manrope"/>
              </a:defRPr>
            </a:lvl7pPr>
            <a:lvl8pPr>
              <a:defRPr sz="5250" b="1">
                <a:solidFill>
                  <a:srgbClr val="D5EF86"/>
                </a:solidFill>
                <a:latin typeface="Manrope"/>
                <a:ea typeface="Manrope"/>
                <a:cs typeface="Manrope"/>
              </a:defRPr>
            </a:lvl8pPr>
            <a:lvl9pPr>
              <a:defRPr sz="5250" b="1">
                <a:solidFill>
                  <a:srgbClr val="D5EF86"/>
                </a:solidFill>
                <a:latin typeface="Manrope"/>
                <a:ea typeface="Manrope"/>
                <a:cs typeface="Manrope"/>
              </a:defRPr>
            </a:lvl9pPr>
          </a:lstStyle>
          <a:p xmlns:a="http://schemas.openxmlformats.org/drawingml/2006/main">
            <a:pPr>
              <a:defRPr sz="5250" b="1">
                <a:solidFill>
                  <a:srgbClr val="D5EF86"/>
                </a:solidFill>
                <a:latin typeface="Manrope"/>
                <a:ea typeface="Manrope"/>
                <a:cs typeface="Manrope"/>
              </a:defRPr>
            </a:pPr>
            <a:r>
              <a:rPr sz="5250" b="1">
                <a:solidFill>
                  <a:srgbClr val="D5EF86"/>
                </a:solidFill>
                <a:latin typeface="Manrope"/>
                <a:ea typeface="Manrope"/>
                <a:cs typeface="Manrope"/>
              </a:rPr>
              <a:t>25/25</a:t>
            </a:r>
          </a:p>
        </p:txBody>
      </p:sp>
      <p:sp>
        <p:nvSpPr>
          <p:cNvPr id="5" name="text-55">
            <a:extLst xmlns:a="http://schemas.openxmlformats.org/drawingml/2006/main">
              <a:ext uri="{FF2B5EF4-FFF2-40B4-BE49-F238E27FC236}">
                <a16:creationId xmlns:a16="http://schemas.microsoft.com/office/drawing/2014/main" id="{5809945D-D361-4953-B137-D1ACC58061D4}"/>
              </a:ext>
            </a:extLst>
          </p:cNvPr>
          <p:cNvSpPr>
            <a:spLocks xmlns:a="http://schemas.openxmlformats.org/drawingml/2006/main" noGrp="1"/>
          </p:cNvSpPr>
          <p:nvPr/>
        </p:nvSpPr>
        <p:spPr>
          <a:xfrm xmlns:a="http://schemas.openxmlformats.org/drawingml/2006/main">
            <a:off x="4400550" y="2876550"/>
            <a:ext cx="34004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FFFFF"/>
                </a:solidFill>
                <a:latin typeface="Manrope"/>
                <a:ea typeface="Manrope"/>
                <a:cs typeface="Manrope"/>
              </a:defRPr>
            </a:defPPr>
            <a:lvl1pPr>
              <a:defRPr sz="2025" b="1">
                <a:solidFill>
                  <a:srgbClr val="FFFFFF"/>
                </a:solidFill>
                <a:latin typeface="Manrope"/>
                <a:ea typeface="Manrope"/>
                <a:cs typeface="Manrope"/>
              </a:defRPr>
            </a:lvl1pPr>
            <a:lvl2pPr>
              <a:defRPr sz="2025" b="1">
                <a:solidFill>
                  <a:srgbClr val="FFFFFF"/>
                </a:solidFill>
                <a:latin typeface="Manrope"/>
                <a:ea typeface="Manrope"/>
                <a:cs typeface="Manrope"/>
              </a:defRPr>
            </a:lvl2pPr>
            <a:lvl3pPr>
              <a:defRPr sz="2025" b="1">
                <a:solidFill>
                  <a:srgbClr val="FFFFFF"/>
                </a:solidFill>
                <a:latin typeface="Manrope"/>
                <a:ea typeface="Manrope"/>
                <a:cs typeface="Manrope"/>
              </a:defRPr>
            </a:lvl3pPr>
            <a:lvl4pPr>
              <a:defRPr sz="2025" b="1">
                <a:solidFill>
                  <a:srgbClr val="FFFFFF"/>
                </a:solidFill>
                <a:latin typeface="Manrope"/>
                <a:ea typeface="Manrope"/>
                <a:cs typeface="Manrope"/>
              </a:defRPr>
            </a:lvl4pPr>
            <a:lvl5pPr>
              <a:defRPr sz="2025" b="1">
                <a:solidFill>
                  <a:srgbClr val="FFFFFF"/>
                </a:solidFill>
                <a:latin typeface="Manrope"/>
                <a:ea typeface="Manrope"/>
                <a:cs typeface="Manrope"/>
              </a:defRPr>
            </a:lvl5pPr>
            <a:lvl6pPr>
              <a:defRPr sz="2025" b="1">
                <a:solidFill>
                  <a:srgbClr val="FFFFFF"/>
                </a:solidFill>
                <a:latin typeface="Manrope"/>
                <a:ea typeface="Manrope"/>
                <a:cs typeface="Manrope"/>
              </a:defRPr>
            </a:lvl6pPr>
            <a:lvl7pPr>
              <a:defRPr sz="2025" b="1">
                <a:solidFill>
                  <a:srgbClr val="FFFFFF"/>
                </a:solidFill>
                <a:latin typeface="Manrope"/>
                <a:ea typeface="Manrope"/>
                <a:cs typeface="Manrope"/>
              </a:defRPr>
            </a:lvl7pPr>
            <a:lvl8pPr>
              <a:defRPr sz="2025" b="1">
                <a:solidFill>
                  <a:srgbClr val="FFFFFF"/>
                </a:solidFill>
                <a:latin typeface="Manrope"/>
                <a:ea typeface="Manrope"/>
                <a:cs typeface="Manrope"/>
              </a:defRPr>
            </a:lvl8pPr>
            <a:lvl9pPr>
              <a:defRPr sz="2025" b="1">
                <a:solidFill>
                  <a:srgbClr val="FFFFFF"/>
                </a:solidFill>
                <a:latin typeface="Manrope"/>
                <a:ea typeface="Manrope"/>
                <a:cs typeface="Manrope"/>
              </a:defRPr>
            </a:lvl9pPr>
          </a:lstStyle>
          <a:p xmlns:a="http://schemas.openxmlformats.org/drawingml/2006/main">
            <a:pPr>
              <a:defRPr sz="2025" b="1">
                <a:solidFill>
                  <a:srgbClr val="FFFFFF"/>
                </a:solidFill>
                <a:latin typeface="Manrope"/>
                <a:ea typeface="Manrope"/>
                <a:cs typeface="Manrope"/>
              </a:defRPr>
            </a:pPr>
            <a:r>
              <a:rPr sz="2025" b="1">
                <a:solidFill>
                  <a:srgbClr val="FFFFFF"/>
                </a:solidFill>
                <a:latin typeface="Manrope"/>
                <a:ea typeface="Manrope"/>
                <a:cs typeface="Manrope"/>
              </a:rPr>
              <a:t>Authored synthetic cases</a:t>
            </a:r>
          </a:p>
        </p:txBody>
      </p:sp>
      <p:sp>
        <p:nvSpPr>
          <p:cNvPr id="6" name="text-56">
            <a:extLst xmlns:a="http://schemas.openxmlformats.org/drawingml/2006/main">
              <a:ext uri="{FF2B5EF4-FFF2-40B4-BE49-F238E27FC236}">
                <a16:creationId xmlns:a16="http://schemas.microsoft.com/office/drawing/2014/main" id="{68DE4F53-5204-434E-9179-FFD2C6DABEB7}"/>
              </a:ext>
            </a:extLst>
          </p:cNvPr>
          <p:cNvSpPr>
            <a:spLocks xmlns:a="http://schemas.openxmlformats.org/drawingml/2006/main" noGrp="1"/>
          </p:cNvSpPr>
          <p:nvPr/>
        </p:nvSpPr>
        <p:spPr>
          <a:xfrm xmlns:a="http://schemas.openxmlformats.org/drawingml/2006/main">
            <a:off x="8153400" y="1685925"/>
            <a:ext cx="3476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D5EF86"/>
                </a:solidFill>
                <a:latin typeface="Manrope"/>
                <a:ea typeface="Manrope"/>
                <a:cs typeface="Manrope"/>
              </a:defRPr>
            </a:defPPr>
            <a:lvl1pPr>
              <a:defRPr sz="5250" b="1">
                <a:solidFill>
                  <a:srgbClr val="D5EF86"/>
                </a:solidFill>
                <a:latin typeface="Manrope"/>
                <a:ea typeface="Manrope"/>
                <a:cs typeface="Manrope"/>
              </a:defRPr>
            </a:lvl1pPr>
            <a:lvl2pPr>
              <a:defRPr sz="5250" b="1">
                <a:solidFill>
                  <a:srgbClr val="D5EF86"/>
                </a:solidFill>
                <a:latin typeface="Manrope"/>
                <a:ea typeface="Manrope"/>
                <a:cs typeface="Manrope"/>
              </a:defRPr>
            </a:lvl2pPr>
            <a:lvl3pPr>
              <a:defRPr sz="5250" b="1">
                <a:solidFill>
                  <a:srgbClr val="D5EF86"/>
                </a:solidFill>
                <a:latin typeface="Manrope"/>
                <a:ea typeface="Manrope"/>
                <a:cs typeface="Manrope"/>
              </a:defRPr>
            </a:lvl3pPr>
            <a:lvl4pPr>
              <a:defRPr sz="5250" b="1">
                <a:solidFill>
                  <a:srgbClr val="D5EF86"/>
                </a:solidFill>
                <a:latin typeface="Manrope"/>
                <a:ea typeface="Manrope"/>
                <a:cs typeface="Manrope"/>
              </a:defRPr>
            </a:lvl4pPr>
            <a:lvl5pPr>
              <a:defRPr sz="5250" b="1">
                <a:solidFill>
                  <a:srgbClr val="D5EF86"/>
                </a:solidFill>
                <a:latin typeface="Manrope"/>
                <a:ea typeface="Manrope"/>
                <a:cs typeface="Manrope"/>
              </a:defRPr>
            </a:lvl5pPr>
            <a:lvl6pPr>
              <a:defRPr sz="5250" b="1">
                <a:solidFill>
                  <a:srgbClr val="D5EF86"/>
                </a:solidFill>
                <a:latin typeface="Manrope"/>
                <a:ea typeface="Manrope"/>
                <a:cs typeface="Manrope"/>
              </a:defRPr>
            </a:lvl6pPr>
            <a:lvl7pPr>
              <a:defRPr sz="5250" b="1">
                <a:solidFill>
                  <a:srgbClr val="D5EF86"/>
                </a:solidFill>
                <a:latin typeface="Manrope"/>
                <a:ea typeface="Manrope"/>
                <a:cs typeface="Manrope"/>
              </a:defRPr>
            </a:lvl7pPr>
            <a:lvl8pPr>
              <a:defRPr sz="5250" b="1">
                <a:solidFill>
                  <a:srgbClr val="D5EF86"/>
                </a:solidFill>
                <a:latin typeface="Manrope"/>
                <a:ea typeface="Manrope"/>
                <a:cs typeface="Manrope"/>
              </a:defRPr>
            </a:lvl8pPr>
            <a:lvl9pPr>
              <a:defRPr sz="5250" b="1">
                <a:solidFill>
                  <a:srgbClr val="D5EF86"/>
                </a:solidFill>
                <a:latin typeface="Manrope"/>
                <a:ea typeface="Manrope"/>
                <a:cs typeface="Manrope"/>
              </a:defRPr>
            </a:lvl9pPr>
          </a:lstStyle>
          <a:p xmlns:a="http://schemas.openxmlformats.org/drawingml/2006/main">
            <a:pPr>
              <a:defRPr sz="5250" b="1">
                <a:solidFill>
                  <a:srgbClr val="D5EF86"/>
                </a:solidFill>
                <a:latin typeface="Manrope"/>
                <a:ea typeface="Manrope"/>
                <a:cs typeface="Manrope"/>
              </a:defRPr>
            </a:pPr>
            <a:r>
              <a:rPr sz="5250" b="1">
                <a:solidFill>
                  <a:srgbClr val="D5EF86"/>
                </a:solidFill>
                <a:latin typeface="Manrope"/>
                <a:ea typeface="Manrope"/>
                <a:cs typeface="Manrope"/>
              </a:rPr>
              <a:t>12/12</a:t>
            </a:r>
          </a:p>
        </p:txBody>
      </p:sp>
      <p:sp>
        <p:nvSpPr>
          <p:cNvPr id="7" name="text-57">
            <a:extLst xmlns:a="http://schemas.openxmlformats.org/drawingml/2006/main">
              <a:ext uri="{FF2B5EF4-FFF2-40B4-BE49-F238E27FC236}">
                <a16:creationId xmlns:a16="http://schemas.microsoft.com/office/drawing/2014/main" id="{6786D8A8-4D66-4B94-8842-0FBC883DED99}"/>
              </a:ext>
            </a:extLst>
          </p:cNvPr>
          <p:cNvSpPr>
            <a:spLocks xmlns:a="http://schemas.openxmlformats.org/drawingml/2006/main" noGrp="1"/>
          </p:cNvSpPr>
          <p:nvPr/>
        </p:nvSpPr>
        <p:spPr>
          <a:xfrm xmlns:a="http://schemas.openxmlformats.org/drawingml/2006/main">
            <a:off x="8172450" y="2876550"/>
            <a:ext cx="34004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FFFFF"/>
                </a:solidFill>
                <a:latin typeface="Manrope"/>
                <a:ea typeface="Manrope"/>
                <a:cs typeface="Manrope"/>
              </a:defRPr>
            </a:defPPr>
            <a:lvl1pPr>
              <a:defRPr sz="2025" b="1">
                <a:solidFill>
                  <a:srgbClr val="FFFFFF"/>
                </a:solidFill>
                <a:latin typeface="Manrope"/>
                <a:ea typeface="Manrope"/>
                <a:cs typeface="Manrope"/>
              </a:defRPr>
            </a:lvl1pPr>
            <a:lvl2pPr>
              <a:defRPr sz="2025" b="1">
                <a:solidFill>
                  <a:srgbClr val="FFFFFF"/>
                </a:solidFill>
                <a:latin typeface="Manrope"/>
                <a:ea typeface="Manrope"/>
                <a:cs typeface="Manrope"/>
              </a:defRPr>
            </a:lvl2pPr>
            <a:lvl3pPr>
              <a:defRPr sz="2025" b="1">
                <a:solidFill>
                  <a:srgbClr val="FFFFFF"/>
                </a:solidFill>
                <a:latin typeface="Manrope"/>
                <a:ea typeface="Manrope"/>
                <a:cs typeface="Manrope"/>
              </a:defRPr>
            </a:lvl3pPr>
            <a:lvl4pPr>
              <a:defRPr sz="2025" b="1">
                <a:solidFill>
                  <a:srgbClr val="FFFFFF"/>
                </a:solidFill>
                <a:latin typeface="Manrope"/>
                <a:ea typeface="Manrope"/>
                <a:cs typeface="Manrope"/>
              </a:defRPr>
            </a:lvl4pPr>
            <a:lvl5pPr>
              <a:defRPr sz="2025" b="1">
                <a:solidFill>
                  <a:srgbClr val="FFFFFF"/>
                </a:solidFill>
                <a:latin typeface="Manrope"/>
                <a:ea typeface="Manrope"/>
                <a:cs typeface="Manrope"/>
              </a:defRPr>
            </a:lvl5pPr>
            <a:lvl6pPr>
              <a:defRPr sz="2025" b="1">
                <a:solidFill>
                  <a:srgbClr val="FFFFFF"/>
                </a:solidFill>
                <a:latin typeface="Manrope"/>
                <a:ea typeface="Manrope"/>
                <a:cs typeface="Manrope"/>
              </a:defRPr>
            </a:lvl6pPr>
            <a:lvl7pPr>
              <a:defRPr sz="2025" b="1">
                <a:solidFill>
                  <a:srgbClr val="FFFFFF"/>
                </a:solidFill>
                <a:latin typeface="Manrope"/>
                <a:ea typeface="Manrope"/>
                <a:cs typeface="Manrope"/>
              </a:defRPr>
            </a:lvl7pPr>
            <a:lvl8pPr>
              <a:defRPr sz="2025" b="1">
                <a:solidFill>
                  <a:srgbClr val="FFFFFF"/>
                </a:solidFill>
                <a:latin typeface="Manrope"/>
                <a:ea typeface="Manrope"/>
                <a:cs typeface="Manrope"/>
              </a:defRPr>
            </a:lvl8pPr>
            <a:lvl9pPr>
              <a:defRPr sz="2025" b="1">
                <a:solidFill>
                  <a:srgbClr val="FFFFFF"/>
                </a:solidFill>
                <a:latin typeface="Manrope"/>
                <a:ea typeface="Manrope"/>
                <a:cs typeface="Manrope"/>
              </a:defRPr>
            </a:lvl9pPr>
          </a:lstStyle>
          <a:p xmlns:a="http://schemas.openxmlformats.org/drawingml/2006/main">
            <a:pPr>
              <a:defRPr sz="2025" b="1">
                <a:solidFill>
                  <a:srgbClr val="FFFFFF"/>
                </a:solidFill>
                <a:latin typeface="Manrope"/>
                <a:ea typeface="Manrope"/>
                <a:cs typeface="Manrope"/>
              </a:defRPr>
            </a:pPr>
            <a:r>
              <a:rPr sz="2025" b="1">
                <a:solidFill>
                  <a:srgbClr val="FFFFFF"/>
                </a:solidFill>
                <a:latin typeface="Manrope"/>
                <a:ea typeface="Manrope"/>
                <a:cs typeface="Manrope"/>
              </a:rPr>
              <a:t>Browser workflow checks</a:t>
            </a:r>
          </a:p>
        </p:txBody>
      </p:sp>
      <p:sp>
        <p:nvSpPr>
          <p:cNvPr id="8" name="text-58">
            <a:extLst xmlns:a="http://schemas.openxmlformats.org/drawingml/2006/main">
              <a:ext uri="{FF2B5EF4-FFF2-40B4-BE49-F238E27FC236}">
                <a16:creationId xmlns:a16="http://schemas.microsoft.com/office/drawing/2014/main" id="{B07CE246-6067-4676-9203-3F9EA74E8566}"/>
              </a:ext>
            </a:extLst>
          </p:cNvPr>
          <p:cNvSpPr>
            <a:spLocks xmlns:a="http://schemas.openxmlformats.org/drawingml/2006/main" noGrp="1"/>
          </p:cNvSpPr>
          <p:nvPr/>
        </p:nvSpPr>
        <p:spPr>
          <a:xfrm xmlns:a="http://schemas.openxmlformats.org/drawingml/2006/main">
            <a:off x="628650" y="4038600"/>
            <a:ext cx="1090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FFFFF"/>
                </a:solidFill>
                <a:latin typeface="DM Sans"/>
                <a:ea typeface="DM Sans"/>
                <a:cs typeface="DM Sans"/>
              </a:defRPr>
            </a:defPPr>
            <a:lvl1pPr>
              <a:defRPr sz="2175" b="0">
                <a:solidFill>
                  <a:srgbClr val="FFFFFF"/>
                </a:solidFill>
                <a:latin typeface="DM Sans"/>
                <a:ea typeface="DM Sans"/>
                <a:cs typeface="DM Sans"/>
              </a:defRPr>
            </a:lvl1pPr>
            <a:lvl2pPr>
              <a:defRPr sz="2175" b="0">
                <a:solidFill>
                  <a:srgbClr val="FFFFFF"/>
                </a:solidFill>
                <a:latin typeface="DM Sans"/>
                <a:ea typeface="DM Sans"/>
                <a:cs typeface="DM Sans"/>
              </a:defRPr>
            </a:lvl2pPr>
            <a:lvl3pPr>
              <a:defRPr sz="2175" b="0">
                <a:solidFill>
                  <a:srgbClr val="FFFFFF"/>
                </a:solidFill>
                <a:latin typeface="DM Sans"/>
                <a:ea typeface="DM Sans"/>
                <a:cs typeface="DM Sans"/>
              </a:defRPr>
            </a:lvl3pPr>
            <a:lvl4pPr>
              <a:defRPr sz="2175" b="0">
                <a:solidFill>
                  <a:srgbClr val="FFFFFF"/>
                </a:solidFill>
                <a:latin typeface="DM Sans"/>
                <a:ea typeface="DM Sans"/>
                <a:cs typeface="DM Sans"/>
              </a:defRPr>
            </a:lvl4pPr>
            <a:lvl5pPr>
              <a:defRPr sz="2175" b="0">
                <a:solidFill>
                  <a:srgbClr val="FFFFFF"/>
                </a:solidFill>
                <a:latin typeface="DM Sans"/>
                <a:ea typeface="DM Sans"/>
                <a:cs typeface="DM Sans"/>
              </a:defRPr>
            </a:lvl5pPr>
            <a:lvl6pPr>
              <a:defRPr sz="2175" b="0">
                <a:solidFill>
                  <a:srgbClr val="FFFFFF"/>
                </a:solidFill>
                <a:latin typeface="DM Sans"/>
                <a:ea typeface="DM Sans"/>
                <a:cs typeface="DM Sans"/>
              </a:defRPr>
            </a:lvl6pPr>
            <a:lvl7pPr>
              <a:defRPr sz="2175" b="0">
                <a:solidFill>
                  <a:srgbClr val="FFFFFF"/>
                </a:solidFill>
                <a:latin typeface="DM Sans"/>
                <a:ea typeface="DM Sans"/>
                <a:cs typeface="DM Sans"/>
              </a:defRPr>
            </a:lvl7pPr>
            <a:lvl8pPr>
              <a:defRPr sz="2175" b="0">
                <a:solidFill>
                  <a:srgbClr val="FFFFFF"/>
                </a:solidFill>
                <a:latin typeface="DM Sans"/>
                <a:ea typeface="DM Sans"/>
                <a:cs typeface="DM Sans"/>
              </a:defRPr>
            </a:lvl8pPr>
            <a:lvl9pPr>
              <a:defRPr sz="2175" b="0">
                <a:solidFill>
                  <a:srgbClr val="FFFFFF"/>
                </a:solidFill>
                <a:latin typeface="DM Sans"/>
                <a:ea typeface="DM Sans"/>
                <a:cs typeface="DM Sans"/>
              </a:defRPr>
            </a:lvl9pPr>
          </a:lstStyle>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Checks cover negation, corrections, wrong-site reports,</a:t>
            </a:r>
          </a:p>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conflicting repairs, source quotes and review/export.</a:t>
            </a:r>
          </a:p>
        </p:txBody>
      </p:sp>
      <p:sp>
        <p:nvSpPr>
          <p:cNvPr id="9" name="text-59">
            <a:extLst xmlns:a="http://schemas.openxmlformats.org/drawingml/2006/main">
              <a:ext uri="{FF2B5EF4-FFF2-40B4-BE49-F238E27FC236}">
                <a16:creationId xmlns:a16="http://schemas.microsoft.com/office/drawing/2014/main" id="{5F1975B3-5C6E-4DDC-8EF8-28FB4C65067F}"/>
              </a:ext>
            </a:extLst>
          </p:cNvPr>
          <p:cNvSpPr>
            <a:spLocks xmlns:a="http://schemas.openxmlformats.org/drawingml/2006/main" noGrp="1"/>
          </p:cNvSpPr>
          <p:nvPr/>
        </p:nvSpPr>
        <p:spPr>
          <a:xfrm xmlns:a="http://schemas.openxmlformats.org/drawingml/2006/main">
            <a:off x="628650" y="5372100"/>
            <a:ext cx="10906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8C8BB"/>
                </a:solidFill>
                <a:latin typeface="DM Sans"/>
                <a:ea typeface="DM Sans"/>
                <a:cs typeface="DM Sans"/>
              </a:defRPr>
            </a:defPPr>
            <a:lvl1pPr>
              <a:defRPr sz="1800" b="0">
                <a:solidFill>
                  <a:srgbClr val="B8C8BB"/>
                </a:solidFill>
                <a:latin typeface="DM Sans"/>
                <a:ea typeface="DM Sans"/>
                <a:cs typeface="DM Sans"/>
              </a:defRPr>
            </a:lvl1pPr>
            <a:lvl2pPr>
              <a:defRPr sz="1800" b="0">
                <a:solidFill>
                  <a:srgbClr val="B8C8BB"/>
                </a:solidFill>
                <a:latin typeface="DM Sans"/>
                <a:ea typeface="DM Sans"/>
                <a:cs typeface="DM Sans"/>
              </a:defRPr>
            </a:lvl2pPr>
            <a:lvl3pPr>
              <a:defRPr sz="1800" b="0">
                <a:solidFill>
                  <a:srgbClr val="B8C8BB"/>
                </a:solidFill>
                <a:latin typeface="DM Sans"/>
                <a:ea typeface="DM Sans"/>
                <a:cs typeface="DM Sans"/>
              </a:defRPr>
            </a:lvl3pPr>
            <a:lvl4pPr>
              <a:defRPr sz="1800" b="0">
                <a:solidFill>
                  <a:srgbClr val="B8C8BB"/>
                </a:solidFill>
                <a:latin typeface="DM Sans"/>
                <a:ea typeface="DM Sans"/>
                <a:cs typeface="DM Sans"/>
              </a:defRPr>
            </a:lvl4pPr>
            <a:lvl5pPr>
              <a:defRPr sz="1800" b="0">
                <a:solidFill>
                  <a:srgbClr val="B8C8BB"/>
                </a:solidFill>
                <a:latin typeface="DM Sans"/>
                <a:ea typeface="DM Sans"/>
                <a:cs typeface="DM Sans"/>
              </a:defRPr>
            </a:lvl5pPr>
            <a:lvl6pPr>
              <a:defRPr sz="1800" b="0">
                <a:solidFill>
                  <a:srgbClr val="B8C8BB"/>
                </a:solidFill>
                <a:latin typeface="DM Sans"/>
                <a:ea typeface="DM Sans"/>
                <a:cs typeface="DM Sans"/>
              </a:defRPr>
            </a:lvl6pPr>
            <a:lvl7pPr>
              <a:defRPr sz="1800" b="0">
                <a:solidFill>
                  <a:srgbClr val="B8C8BB"/>
                </a:solidFill>
                <a:latin typeface="DM Sans"/>
                <a:ea typeface="DM Sans"/>
                <a:cs typeface="DM Sans"/>
              </a:defRPr>
            </a:lvl7pPr>
            <a:lvl8pPr>
              <a:defRPr sz="1800" b="0">
                <a:solidFill>
                  <a:srgbClr val="B8C8BB"/>
                </a:solidFill>
                <a:latin typeface="DM Sans"/>
                <a:ea typeface="DM Sans"/>
                <a:cs typeface="DM Sans"/>
              </a:defRPr>
            </a:lvl8pPr>
            <a:lvl9pPr>
              <a:defRPr sz="1800" b="0">
                <a:solidFill>
                  <a:srgbClr val="B8C8BB"/>
                </a:solidFill>
                <a:latin typeface="DM Sans"/>
                <a:ea typeface="DM Sans"/>
                <a:cs typeface="DM Sans"/>
              </a:defRPr>
            </a:lvl9pPr>
          </a:lstStyle>
          <a:p xmlns:a="http://schemas.openxmlformats.org/drawingml/2006/main">
            <a:pPr>
              <a:defRPr sz="1800" b="0">
                <a:solidFill>
                  <a:srgbClr val="B8C8BB"/>
                </a:solidFill>
                <a:latin typeface="DM Sans"/>
                <a:ea typeface="DM Sans"/>
                <a:cs typeface="DM Sans"/>
              </a:defRPr>
            </a:pPr>
            <a:r>
              <a:rPr sz="1800" b="0">
                <a:solidFill>
                  <a:srgbClr val="B8C8BB"/>
                </a:solidFill>
                <a:latin typeface="DM Sans"/>
                <a:ea typeface="DM Sans"/>
                <a:cs typeface="DM Sans"/>
              </a:rPr>
              <a:t>Finite, known fixtures. No field accuracy or speech benchmark.</a:t>
            </a:r>
          </a:p>
          <a:p xmlns:a="http://schemas.openxmlformats.org/drawingml/2006/main">
            <a:pPr>
              <a:defRPr sz="1800" b="0">
                <a:solidFill>
                  <a:srgbClr val="B8C8BB"/>
                </a:solidFill>
                <a:latin typeface="DM Sans"/>
                <a:ea typeface="DM Sans"/>
                <a:cs typeface="DM Sans"/>
              </a:defRPr>
            </a:pPr>
            <a:r>
              <a:rPr sz="1800" b="0">
                <a:solidFill>
                  <a:srgbClr val="B8C8BB"/>
                </a:solidFill>
                <a:latin typeface="DM Sans"/>
                <a:ea typeface="DM Sans"/>
                <a:cs typeface="DM Sans"/>
              </a:rPr>
              <a:t>No customer pilot. Full voice handover remains unverified.</a:t>
            </a:r>
          </a:p>
        </p:txBody>
      </p:sp>
      <p:sp>
        <p:nvSpPr>
          <p:cNvPr id="10" name="text-60">
            <a:extLst xmlns:a="http://schemas.openxmlformats.org/drawingml/2006/main">
              <a:ext uri="{FF2B5EF4-FFF2-40B4-BE49-F238E27FC236}">
                <a16:creationId xmlns:a16="http://schemas.microsoft.com/office/drawing/2014/main" id="{CB305D24-67CF-46CD-84E2-365D1FC58424}"/>
              </a:ext>
            </a:extLst>
          </p:cNvPr>
          <p:cNvSpPr>
            <a:spLocks xmlns:a="http://schemas.openxmlformats.org/drawingml/2006/main" noGrp="1"/>
          </p:cNvSpPr>
          <p:nvPr/>
        </p:nvSpPr>
        <p:spPr>
          <a:xfrm xmlns:a="http://schemas.openxmlformats.org/drawingml/2006/main">
            <a:off x="609600" y="63722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B8C8BB"/>
                </a:solidFill>
                <a:latin typeface="DM Sans"/>
                <a:ea typeface="DM Sans"/>
                <a:cs typeface="DM Sans"/>
              </a:defRPr>
            </a:defPPr>
            <a:lvl1pPr>
              <a:defRPr sz="975" b="0">
                <a:solidFill>
                  <a:srgbClr val="B8C8BB"/>
                </a:solidFill>
                <a:latin typeface="DM Sans"/>
                <a:ea typeface="DM Sans"/>
                <a:cs typeface="DM Sans"/>
              </a:defRPr>
            </a:lvl1pPr>
            <a:lvl2pPr>
              <a:defRPr sz="975" b="0">
                <a:solidFill>
                  <a:srgbClr val="B8C8BB"/>
                </a:solidFill>
                <a:latin typeface="DM Sans"/>
                <a:ea typeface="DM Sans"/>
                <a:cs typeface="DM Sans"/>
              </a:defRPr>
            </a:lvl2pPr>
            <a:lvl3pPr>
              <a:defRPr sz="975" b="0">
                <a:solidFill>
                  <a:srgbClr val="B8C8BB"/>
                </a:solidFill>
                <a:latin typeface="DM Sans"/>
                <a:ea typeface="DM Sans"/>
                <a:cs typeface="DM Sans"/>
              </a:defRPr>
            </a:lvl3pPr>
            <a:lvl4pPr>
              <a:defRPr sz="975" b="0">
                <a:solidFill>
                  <a:srgbClr val="B8C8BB"/>
                </a:solidFill>
                <a:latin typeface="DM Sans"/>
                <a:ea typeface="DM Sans"/>
                <a:cs typeface="DM Sans"/>
              </a:defRPr>
            </a:lvl4pPr>
            <a:lvl5pPr>
              <a:defRPr sz="975" b="0">
                <a:solidFill>
                  <a:srgbClr val="B8C8BB"/>
                </a:solidFill>
                <a:latin typeface="DM Sans"/>
                <a:ea typeface="DM Sans"/>
                <a:cs typeface="DM Sans"/>
              </a:defRPr>
            </a:lvl5pPr>
            <a:lvl6pPr>
              <a:defRPr sz="975" b="0">
                <a:solidFill>
                  <a:srgbClr val="B8C8BB"/>
                </a:solidFill>
                <a:latin typeface="DM Sans"/>
                <a:ea typeface="DM Sans"/>
                <a:cs typeface="DM Sans"/>
              </a:defRPr>
            </a:lvl6pPr>
            <a:lvl7pPr>
              <a:defRPr sz="975" b="0">
                <a:solidFill>
                  <a:srgbClr val="B8C8BB"/>
                </a:solidFill>
                <a:latin typeface="DM Sans"/>
                <a:ea typeface="DM Sans"/>
                <a:cs typeface="DM Sans"/>
              </a:defRPr>
            </a:lvl7pPr>
            <a:lvl8pPr>
              <a:defRPr sz="975" b="0">
                <a:solidFill>
                  <a:srgbClr val="B8C8BB"/>
                </a:solidFill>
                <a:latin typeface="DM Sans"/>
                <a:ea typeface="DM Sans"/>
                <a:cs typeface="DM Sans"/>
              </a:defRPr>
            </a:lvl8pPr>
            <a:lvl9pPr>
              <a:defRPr sz="975" b="0">
                <a:solidFill>
                  <a:srgbClr val="B8C8BB"/>
                </a:solidFill>
                <a:latin typeface="DM Sans"/>
                <a:ea typeface="DM Sans"/>
                <a:cs typeface="DM Sans"/>
              </a:defRPr>
            </a:lvl9pPr>
          </a:lstStyle>
          <a:p xmlns:a="http://schemas.openxmlformats.org/drawingml/2006/main">
            <a:pPr>
              <a:defRPr sz="975" b="0">
                <a:solidFill>
                  <a:srgbClr val="B8C8BB"/>
                </a:solidFill>
                <a:latin typeface="DM Sans"/>
                <a:ea typeface="DM Sans"/>
                <a:cs typeface="DM Sans"/>
              </a:defRPr>
            </a:pPr>
            <a:r>
              <a:rPr sz="975" b="0">
                <a:solidFill>
                  <a:srgbClr val="B8C8BB"/>
                </a:solidFill>
                <a:latin typeface="DM Sans"/>
                <a:ea typeface="DM Sans"/>
                <a:cs typeface="DM Sans"/>
              </a:rPr>
              <a:t>Sources: repository docs/VERIFICATION.md, evals/results.json and docs/browser-qa.json. Verified 22 Oct 2026.</a:t>
            </a:r>
          </a:p>
        </p:txBody>
      </p:sp>
      <p:sp>
        <p:nvSpPr>
          <p:cNvPr id="11" name="text-61">
            <a:extLst xmlns:a="http://schemas.openxmlformats.org/drawingml/2006/main">
              <a:ext uri="{FF2B5EF4-FFF2-40B4-BE49-F238E27FC236}">
                <a16:creationId xmlns:a16="http://schemas.microsoft.com/office/drawing/2014/main" id="{B6D7329A-D860-41F6-8458-FF00A9DF1B52}"/>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8C8BB"/>
                </a:solidFill>
                <a:latin typeface="DM Sans"/>
                <a:ea typeface="DM Sans"/>
                <a:cs typeface="DM Sans"/>
              </a:defRPr>
            </a:defPPr>
            <a:lvl1pPr>
              <a:defRPr sz="1050" b="0">
                <a:solidFill>
                  <a:srgbClr val="B8C8BB"/>
                </a:solidFill>
                <a:latin typeface="DM Sans"/>
                <a:ea typeface="DM Sans"/>
                <a:cs typeface="DM Sans"/>
              </a:defRPr>
            </a:lvl1pPr>
            <a:lvl2pPr>
              <a:defRPr sz="1050" b="0">
                <a:solidFill>
                  <a:srgbClr val="B8C8BB"/>
                </a:solidFill>
                <a:latin typeface="DM Sans"/>
                <a:ea typeface="DM Sans"/>
                <a:cs typeface="DM Sans"/>
              </a:defRPr>
            </a:lvl2pPr>
            <a:lvl3pPr>
              <a:defRPr sz="1050" b="0">
                <a:solidFill>
                  <a:srgbClr val="B8C8BB"/>
                </a:solidFill>
                <a:latin typeface="DM Sans"/>
                <a:ea typeface="DM Sans"/>
                <a:cs typeface="DM Sans"/>
              </a:defRPr>
            </a:lvl3pPr>
            <a:lvl4pPr>
              <a:defRPr sz="1050" b="0">
                <a:solidFill>
                  <a:srgbClr val="B8C8BB"/>
                </a:solidFill>
                <a:latin typeface="DM Sans"/>
                <a:ea typeface="DM Sans"/>
                <a:cs typeface="DM Sans"/>
              </a:defRPr>
            </a:lvl4pPr>
            <a:lvl5pPr>
              <a:defRPr sz="1050" b="0">
                <a:solidFill>
                  <a:srgbClr val="B8C8BB"/>
                </a:solidFill>
                <a:latin typeface="DM Sans"/>
                <a:ea typeface="DM Sans"/>
                <a:cs typeface="DM Sans"/>
              </a:defRPr>
            </a:lvl5pPr>
            <a:lvl6pPr>
              <a:defRPr sz="1050" b="0">
                <a:solidFill>
                  <a:srgbClr val="B8C8BB"/>
                </a:solidFill>
                <a:latin typeface="DM Sans"/>
                <a:ea typeface="DM Sans"/>
                <a:cs typeface="DM Sans"/>
              </a:defRPr>
            </a:lvl6pPr>
            <a:lvl7pPr>
              <a:defRPr sz="1050" b="0">
                <a:solidFill>
                  <a:srgbClr val="B8C8BB"/>
                </a:solidFill>
                <a:latin typeface="DM Sans"/>
                <a:ea typeface="DM Sans"/>
                <a:cs typeface="DM Sans"/>
              </a:defRPr>
            </a:lvl7pPr>
            <a:lvl8pPr>
              <a:defRPr sz="1050" b="0">
                <a:solidFill>
                  <a:srgbClr val="B8C8BB"/>
                </a:solidFill>
                <a:latin typeface="DM Sans"/>
                <a:ea typeface="DM Sans"/>
                <a:cs typeface="DM Sans"/>
              </a:defRPr>
            </a:lvl8pPr>
            <a:lvl9pPr>
              <a:defRPr sz="1050" b="0">
                <a:solidFill>
                  <a:srgbClr val="B8C8BB"/>
                </a:solidFill>
                <a:latin typeface="DM Sans"/>
                <a:ea typeface="DM Sans"/>
                <a:cs typeface="DM Sans"/>
              </a:defRPr>
            </a:lvl9pPr>
          </a:lstStyle>
          <a:p xmlns:a="http://schemas.openxmlformats.org/drawingml/2006/main">
            <a:pPr>
              <a:defRPr sz="1050" b="0">
                <a:solidFill>
                  <a:srgbClr val="B8C8BB"/>
                </a:solidFill>
                <a:latin typeface="DM Sans"/>
                <a:ea typeface="DM Sans"/>
                <a:cs typeface="DM Sans"/>
              </a:defRPr>
            </a:pPr>
            <a:r>
              <a:rPr sz="1050" b="0">
                <a:solidFill>
                  <a:srgbClr val="B8C8BB"/>
                </a:solidFill>
                <a:latin typeface="DM Sans"/>
                <a:ea typeface="DM Sans"/>
                <a:cs typeface="DM Sans"/>
              </a:rPr>
              <a:t>06</a:t>
            </a:r>
          </a:p>
        </p:txBody>
      </p:sp>
    </p:spTree>
    <p:extLst>
      <p:ext uri="{BB962C8B-B14F-4D97-AF65-F5344CB8AC3E}">
        <p14:creationId xmlns:p14="http://schemas.microsoft.com/office/powerpoint/2010/main" val="774081644"/>
      </p:ext>
    </p:extLst>
  </p:cSld>
</p:sld>
</file>

<file path=ppt/slides/slide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text-62">
            <a:extLst xmlns:a="http://schemas.openxmlformats.org/drawingml/2006/main">
              <a:ext uri="{FF2B5EF4-FFF2-40B4-BE49-F238E27FC236}">
                <a16:creationId xmlns:a16="http://schemas.microsoft.com/office/drawing/2014/main" id="{169C20DC-8382-45C0-87CC-EB6EA6A72FF7}"/>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83D31"/>
                </a:solidFill>
                <a:latin typeface="Manrope"/>
                <a:ea typeface="Manrope"/>
                <a:cs typeface="Manrope"/>
              </a:defRPr>
            </a:defPPr>
            <a:lvl1pPr>
              <a:defRPr sz="3450" b="1">
                <a:solidFill>
                  <a:srgbClr val="183D31"/>
                </a:solidFill>
                <a:latin typeface="Manrope"/>
                <a:ea typeface="Manrope"/>
                <a:cs typeface="Manrope"/>
              </a:defRPr>
            </a:lvl1pPr>
            <a:lvl2pPr>
              <a:defRPr sz="3450" b="1">
                <a:solidFill>
                  <a:srgbClr val="183D31"/>
                </a:solidFill>
                <a:latin typeface="Manrope"/>
                <a:ea typeface="Manrope"/>
                <a:cs typeface="Manrope"/>
              </a:defRPr>
            </a:lvl2pPr>
            <a:lvl3pPr>
              <a:defRPr sz="3450" b="1">
                <a:solidFill>
                  <a:srgbClr val="183D31"/>
                </a:solidFill>
                <a:latin typeface="Manrope"/>
                <a:ea typeface="Manrope"/>
                <a:cs typeface="Manrope"/>
              </a:defRPr>
            </a:lvl3pPr>
            <a:lvl4pPr>
              <a:defRPr sz="3450" b="1">
                <a:solidFill>
                  <a:srgbClr val="183D31"/>
                </a:solidFill>
                <a:latin typeface="Manrope"/>
                <a:ea typeface="Manrope"/>
                <a:cs typeface="Manrope"/>
              </a:defRPr>
            </a:lvl4pPr>
            <a:lvl5pPr>
              <a:defRPr sz="3450" b="1">
                <a:solidFill>
                  <a:srgbClr val="183D31"/>
                </a:solidFill>
                <a:latin typeface="Manrope"/>
                <a:ea typeface="Manrope"/>
                <a:cs typeface="Manrope"/>
              </a:defRPr>
            </a:lvl5pPr>
            <a:lvl6pPr>
              <a:defRPr sz="3450" b="1">
                <a:solidFill>
                  <a:srgbClr val="183D31"/>
                </a:solidFill>
                <a:latin typeface="Manrope"/>
                <a:ea typeface="Manrope"/>
                <a:cs typeface="Manrope"/>
              </a:defRPr>
            </a:lvl6pPr>
            <a:lvl7pPr>
              <a:defRPr sz="3450" b="1">
                <a:solidFill>
                  <a:srgbClr val="183D31"/>
                </a:solidFill>
                <a:latin typeface="Manrope"/>
                <a:ea typeface="Manrope"/>
                <a:cs typeface="Manrope"/>
              </a:defRPr>
            </a:lvl7pPr>
            <a:lvl8pPr>
              <a:defRPr sz="3450" b="1">
                <a:solidFill>
                  <a:srgbClr val="183D31"/>
                </a:solidFill>
                <a:latin typeface="Manrope"/>
                <a:ea typeface="Manrope"/>
                <a:cs typeface="Manrope"/>
              </a:defRPr>
            </a:lvl8pPr>
            <a:lvl9pPr>
              <a:defRPr sz="3450" b="1">
                <a:solidFill>
                  <a:srgbClr val="183D31"/>
                </a:solidFill>
                <a:latin typeface="Manrope"/>
                <a:ea typeface="Manrope"/>
                <a:cs typeface="Manrope"/>
              </a:defRPr>
            </a:lvl9pPr>
          </a:lstStyle>
          <a:p xmlns:a="http://schemas.openxmlformats.org/drawingml/2006/main">
            <a:pPr>
              <a:defRPr sz="3450" b="1">
                <a:solidFill>
                  <a:srgbClr val="183D31"/>
                </a:solidFill>
                <a:latin typeface="Manrope"/>
                <a:ea typeface="Manrope"/>
                <a:cs typeface="Manrope"/>
              </a:defRPr>
            </a:pPr>
            <a:r>
              <a:rPr sz="3450" b="1">
                <a:solidFill>
                  <a:srgbClr val="183D31"/>
                </a:solidFill>
                <a:latin typeface="Manrope"/>
                <a:ea typeface="Manrope"/>
                <a:cs typeface="Manrope"/>
              </a:rPr>
              <a:t>A ten-visit pilot</a:t>
            </a:r>
          </a:p>
        </p:txBody>
      </p:sp>
      <p:sp>
        <p:nvSpPr>
          <p:cNvPr id="2" name="text-63">
            <a:extLst xmlns:a="http://schemas.openxmlformats.org/drawingml/2006/main">
              <a:ext uri="{FF2B5EF4-FFF2-40B4-BE49-F238E27FC236}">
                <a16:creationId xmlns:a16="http://schemas.microsoft.com/office/drawing/2014/main" id="{47903836-43E2-44DA-AF6A-4F9B83D7A0C7}"/>
              </a:ext>
            </a:extLst>
          </p:cNvPr>
          <p:cNvSpPr>
            <a:spLocks xmlns:a="http://schemas.openxmlformats.org/drawingml/2006/main" noGrp="1"/>
          </p:cNvSpPr>
          <p:nvPr/>
        </p:nvSpPr>
        <p:spPr>
          <a:xfrm xmlns:a="http://schemas.openxmlformats.org/drawingml/2006/main">
            <a:off x="590550" y="1381125"/>
            <a:ext cx="44767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475" b="1">
                <a:solidFill>
                  <a:srgbClr val="183D31"/>
                </a:solidFill>
                <a:latin typeface="Manrope"/>
                <a:ea typeface="Manrope"/>
                <a:cs typeface="Manrope"/>
              </a:defRPr>
            </a:defPPr>
            <a:lvl1pPr>
              <a:defRPr sz="11475" b="1">
                <a:solidFill>
                  <a:srgbClr val="183D31"/>
                </a:solidFill>
                <a:latin typeface="Manrope"/>
                <a:ea typeface="Manrope"/>
                <a:cs typeface="Manrope"/>
              </a:defRPr>
            </a:lvl1pPr>
            <a:lvl2pPr>
              <a:defRPr sz="11475" b="1">
                <a:solidFill>
                  <a:srgbClr val="183D31"/>
                </a:solidFill>
                <a:latin typeface="Manrope"/>
                <a:ea typeface="Manrope"/>
                <a:cs typeface="Manrope"/>
              </a:defRPr>
            </a:lvl2pPr>
            <a:lvl3pPr>
              <a:defRPr sz="11475" b="1">
                <a:solidFill>
                  <a:srgbClr val="183D31"/>
                </a:solidFill>
                <a:latin typeface="Manrope"/>
                <a:ea typeface="Manrope"/>
                <a:cs typeface="Manrope"/>
              </a:defRPr>
            </a:lvl3pPr>
            <a:lvl4pPr>
              <a:defRPr sz="11475" b="1">
                <a:solidFill>
                  <a:srgbClr val="183D31"/>
                </a:solidFill>
                <a:latin typeface="Manrope"/>
                <a:ea typeface="Manrope"/>
                <a:cs typeface="Manrope"/>
              </a:defRPr>
            </a:lvl4pPr>
            <a:lvl5pPr>
              <a:defRPr sz="11475" b="1">
                <a:solidFill>
                  <a:srgbClr val="183D31"/>
                </a:solidFill>
                <a:latin typeface="Manrope"/>
                <a:ea typeface="Manrope"/>
                <a:cs typeface="Manrope"/>
              </a:defRPr>
            </a:lvl5pPr>
            <a:lvl6pPr>
              <a:defRPr sz="11475" b="1">
                <a:solidFill>
                  <a:srgbClr val="183D31"/>
                </a:solidFill>
                <a:latin typeface="Manrope"/>
                <a:ea typeface="Manrope"/>
                <a:cs typeface="Manrope"/>
              </a:defRPr>
            </a:lvl6pPr>
            <a:lvl7pPr>
              <a:defRPr sz="11475" b="1">
                <a:solidFill>
                  <a:srgbClr val="183D31"/>
                </a:solidFill>
                <a:latin typeface="Manrope"/>
                <a:ea typeface="Manrope"/>
                <a:cs typeface="Manrope"/>
              </a:defRPr>
            </a:lvl7pPr>
            <a:lvl8pPr>
              <a:defRPr sz="11475" b="1">
                <a:solidFill>
                  <a:srgbClr val="183D31"/>
                </a:solidFill>
                <a:latin typeface="Manrope"/>
                <a:ea typeface="Manrope"/>
                <a:cs typeface="Manrope"/>
              </a:defRPr>
            </a:lvl8pPr>
            <a:lvl9pPr>
              <a:defRPr sz="11475" b="1">
                <a:solidFill>
                  <a:srgbClr val="183D31"/>
                </a:solidFill>
                <a:latin typeface="Manrope"/>
                <a:ea typeface="Manrope"/>
                <a:cs typeface="Manrope"/>
              </a:defRPr>
            </a:lvl9pPr>
          </a:lstStyle>
          <a:p xmlns:a="http://schemas.openxmlformats.org/drawingml/2006/main">
            <a:pPr>
              <a:defRPr sz="11475" b="1">
                <a:solidFill>
                  <a:srgbClr val="183D31"/>
                </a:solidFill>
                <a:latin typeface="Manrope"/>
                <a:ea typeface="Manrope"/>
                <a:cs typeface="Manrope"/>
              </a:defRPr>
            </a:pPr>
            <a:r>
              <a:rPr sz="11475" b="1">
                <a:solidFill>
                  <a:srgbClr val="183D31"/>
                </a:solidFill>
                <a:latin typeface="Manrope"/>
                <a:ea typeface="Manrope"/>
                <a:cs typeface="Manrope"/>
              </a:rPr>
              <a:t>10</a:t>
            </a:r>
          </a:p>
        </p:txBody>
      </p:sp>
      <p:sp>
        <p:nvSpPr>
          <p:cNvPr id="3" name="text-64">
            <a:extLst xmlns:a="http://schemas.openxmlformats.org/drawingml/2006/main">
              <a:ext uri="{FF2B5EF4-FFF2-40B4-BE49-F238E27FC236}">
                <a16:creationId xmlns:a16="http://schemas.microsoft.com/office/drawing/2014/main" id="{E55A238E-200A-4708-A69A-BA55001884AD}"/>
              </a:ext>
            </a:extLst>
          </p:cNvPr>
          <p:cNvSpPr>
            <a:spLocks xmlns:a="http://schemas.openxmlformats.org/drawingml/2006/main" noGrp="1"/>
          </p:cNvSpPr>
          <p:nvPr/>
        </p:nvSpPr>
        <p:spPr>
          <a:xfrm xmlns:a="http://schemas.openxmlformats.org/drawingml/2006/main">
            <a:off x="638175" y="3343275"/>
            <a:ext cx="5162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83D31"/>
                </a:solidFill>
                <a:latin typeface="Manrope"/>
                <a:ea typeface="Manrope"/>
                <a:cs typeface="Manrope"/>
              </a:defRPr>
            </a:defPPr>
            <a:lvl1pPr>
              <a:defRPr sz="2325" b="1">
                <a:solidFill>
                  <a:srgbClr val="183D31"/>
                </a:solidFill>
                <a:latin typeface="Manrope"/>
                <a:ea typeface="Manrope"/>
                <a:cs typeface="Manrope"/>
              </a:defRPr>
            </a:lvl1pPr>
            <a:lvl2pPr>
              <a:defRPr sz="2325" b="1">
                <a:solidFill>
                  <a:srgbClr val="183D31"/>
                </a:solidFill>
                <a:latin typeface="Manrope"/>
                <a:ea typeface="Manrope"/>
                <a:cs typeface="Manrope"/>
              </a:defRPr>
            </a:lvl2pPr>
            <a:lvl3pPr>
              <a:defRPr sz="2325" b="1">
                <a:solidFill>
                  <a:srgbClr val="183D31"/>
                </a:solidFill>
                <a:latin typeface="Manrope"/>
                <a:ea typeface="Manrope"/>
                <a:cs typeface="Manrope"/>
              </a:defRPr>
            </a:lvl3pPr>
            <a:lvl4pPr>
              <a:defRPr sz="2325" b="1">
                <a:solidFill>
                  <a:srgbClr val="183D31"/>
                </a:solidFill>
                <a:latin typeface="Manrope"/>
                <a:ea typeface="Manrope"/>
                <a:cs typeface="Manrope"/>
              </a:defRPr>
            </a:lvl4pPr>
            <a:lvl5pPr>
              <a:defRPr sz="2325" b="1">
                <a:solidFill>
                  <a:srgbClr val="183D31"/>
                </a:solidFill>
                <a:latin typeface="Manrope"/>
                <a:ea typeface="Manrope"/>
                <a:cs typeface="Manrope"/>
              </a:defRPr>
            </a:lvl5pPr>
            <a:lvl6pPr>
              <a:defRPr sz="2325" b="1">
                <a:solidFill>
                  <a:srgbClr val="183D31"/>
                </a:solidFill>
                <a:latin typeface="Manrope"/>
                <a:ea typeface="Manrope"/>
                <a:cs typeface="Manrope"/>
              </a:defRPr>
            </a:lvl6pPr>
            <a:lvl7pPr>
              <a:defRPr sz="2325" b="1">
                <a:solidFill>
                  <a:srgbClr val="183D31"/>
                </a:solidFill>
                <a:latin typeface="Manrope"/>
                <a:ea typeface="Manrope"/>
                <a:cs typeface="Manrope"/>
              </a:defRPr>
            </a:lvl7pPr>
            <a:lvl8pPr>
              <a:defRPr sz="2325" b="1">
                <a:solidFill>
                  <a:srgbClr val="183D31"/>
                </a:solidFill>
                <a:latin typeface="Manrope"/>
                <a:ea typeface="Manrope"/>
                <a:cs typeface="Manrope"/>
              </a:defRPr>
            </a:lvl8pPr>
            <a:lvl9pPr>
              <a:defRPr sz="2325" b="1">
                <a:solidFill>
                  <a:srgbClr val="183D31"/>
                </a:solidFill>
                <a:latin typeface="Manrope"/>
                <a:ea typeface="Manrope"/>
                <a:cs typeface="Manrope"/>
              </a:defRPr>
            </a:lvl9pPr>
          </a:lstStyle>
          <a:p xmlns:a="http://schemas.openxmlformats.org/drawingml/2006/main">
            <a:pPr>
              <a:defRPr sz="2325" b="1">
                <a:solidFill>
                  <a:srgbClr val="183D31"/>
                </a:solidFill>
                <a:latin typeface="Manrope"/>
                <a:ea typeface="Manrope"/>
                <a:cs typeface="Manrope"/>
              </a:defRPr>
            </a:pPr>
            <a:r>
              <a:rPr sz="2325" b="1">
                <a:solidFill>
                  <a:srgbClr val="183D31"/>
                </a:solidFill>
                <a:latin typeface="Manrope"/>
                <a:ea typeface="Manrope"/>
                <a:cs typeface="Manrope"/>
              </a:rPr>
              <a:t>Consented service handovers</a:t>
            </a:r>
          </a:p>
          <a:p xmlns:a="http://schemas.openxmlformats.org/drawingml/2006/main">
            <a:pPr>
              <a:defRPr sz="2325" b="1">
                <a:solidFill>
                  <a:srgbClr val="183D31"/>
                </a:solidFill>
                <a:latin typeface="Manrope"/>
                <a:ea typeface="Manrope"/>
                <a:cs typeface="Manrope"/>
              </a:defRPr>
            </a:pPr>
            <a:r>
              <a:rPr sz="2325" b="1">
                <a:solidFill>
                  <a:srgbClr val="183D31"/>
                </a:solidFill>
                <a:latin typeface="Manrope"/>
                <a:ea typeface="Manrope"/>
                <a:cs typeface="Manrope"/>
              </a:rPr>
              <a:t>with one installer and supervisor</a:t>
            </a:r>
          </a:p>
        </p:txBody>
      </p:sp>
      <p:sp>
        <p:nvSpPr>
          <p:cNvPr id="4" name="text-65">
            <a:extLst xmlns:a="http://schemas.openxmlformats.org/drawingml/2006/main">
              <a:ext uri="{FF2B5EF4-FFF2-40B4-BE49-F238E27FC236}">
                <a16:creationId xmlns:a16="http://schemas.microsoft.com/office/drawing/2014/main" id="{0A3B0599-687E-4735-A8C2-4E2AD8B85043}"/>
              </a:ext>
            </a:extLst>
          </p:cNvPr>
          <p:cNvSpPr>
            <a:spLocks xmlns:a="http://schemas.openxmlformats.org/drawingml/2006/main" noGrp="1"/>
          </p:cNvSpPr>
          <p:nvPr/>
        </p:nvSpPr>
        <p:spPr>
          <a:xfrm xmlns:a="http://schemas.openxmlformats.org/drawingml/2006/main">
            <a:off x="638175" y="4695825"/>
            <a:ext cx="5095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352E"/>
                </a:solidFill>
                <a:latin typeface="DM Sans"/>
                <a:ea typeface="DM Sans"/>
                <a:cs typeface="DM Sans"/>
              </a:defRPr>
            </a:defPPr>
            <a:lvl1pPr>
              <a:defRPr sz="1950" b="0">
                <a:solidFill>
                  <a:srgbClr val="20352E"/>
                </a:solidFill>
                <a:latin typeface="DM Sans"/>
                <a:ea typeface="DM Sans"/>
                <a:cs typeface="DM Sans"/>
              </a:defRPr>
            </a:lvl1pPr>
            <a:lvl2pPr>
              <a:defRPr sz="1950" b="0">
                <a:solidFill>
                  <a:srgbClr val="20352E"/>
                </a:solidFill>
                <a:latin typeface="DM Sans"/>
                <a:ea typeface="DM Sans"/>
                <a:cs typeface="DM Sans"/>
              </a:defRPr>
            </a:lvl2pPr>
            <a:lvl3pPr>
              <a:defRPr sz="1950" b="0">
                <a:solidFill>
                  <a:srgbClr val="20352E"/>
                </a:solidFill>
                <a:latin typeface="DM Sans"/>
                <a:ea typeface="DM Sans"/>
                <a:cs typeface="DM Sans"/>
              </a:defRPr>
            </a:lvl3pPr>
            <a:lvl4pPr>
              <a:defRPr sz="1950" b="0">
                <a:solidFill>
                  <a:srgbClr val="20352E"/>
                </a:solidFill>
                <a:latin typeface="DM Sans"/>
                <a:ea typeface="DM Sans"/>
                <a:cs typeface="DM Sans"/>
              </a:defRPr>
            </a:lvl4pPr>
            <a:lvl5pPr>
              <a:defRPr sz="1950" b="0">
                <a:solidFill>
                  <a:srgbClr val="20352E"/>
                </a:solidFill>
                <a:latin typeface="DM Sans"/>
                <a:ea typeface="DM Sans"/>
                <a:cs typeface="DM Sans"/>
              </a:defRPr>
            </a:lvl5pPr>
            <a:lvl6pPr>
              <a:defRPr sz="1950" b="0">
                <a:solidFill>
                  <a:srgbClr val="20352E"/>
                </a:solidFill>
                <a:latin typeface="DM Sans"/>
                <a:ea typeface="DM Sans"/>
                <a:cs typeface="DM Sans"/>
              </a:defRPr>
            </a:lvl6pPr>
            <a:lvl7pPr>
              <a:defRPr sz="1950" b="0">
                <a:solidFill>
                  <a:srgbClr val="20352E"/>
                </a:solidFill>
                <a:latin typeface="DM Sans"/>
                <a:ea typeface="DM Sans"/>
                <a:cs typeface="DM Sans"/>
              </a:defRPr>
            </a:lvl7pPr>
            <a:lvl8pPr>
              <a:defRPr sz="1950" b="0">
                <a:solidFill>
                  <a:srgbClr val="20352E"/>
                </a:solidFill>
                <a:latin typeface="DM Sans"/>
                <a:ea typeface="DM Sans"/>
                <a:cs typeface="DM Sans"/>
              </a:defRPr>
            </a:lvl8pPr>
            <a:lvl9pPr>
              <a:defRPr sz="1950" b="0">
                <a:solidFill>
                  <a:srgbClr val="20352E"/>
                </a:solidFill>
                <a:latin typeface="DM Sans"/>
                <a:ea typeface="DM Sans"/>
                <a:cs typeface="DM Sans"/>
              </a:defRPr>
            </a:lvl9pPr>
          </a:lstStyle>
          <a:p xmlns:a="http://schemas.openxmlformats.org/drawingml/2006/main">
            <a:pPr>
              <a:defRPr sz="1950" b="0">
                <a:solidFill>
                  <a:srgbClr val="20352E"/>
                </a:solidFill>
                <a:latin typeface="DM Sans"/>
                <a:ea typeface="DM Sans"/>
                <a:cs typeface="DM Sans"/>
              </a:defRPr>
            </a:pPr>
            <a:r>
              <a:rPr sz="1950" b="0">
                <a:solidFill>
                  <a:srgbClr val="20352E"/>
                </a:solidFill>
                <a:latin typeface="DM Sans"/>
                <a:ea typeface="DM Sans"/>
                <a:cs typeface="DM Sans"/>
              </a:rPr>
              <a:t>Compare with today’s process</a:t>
            </a:r>
          </a:p>
          <a:p xmlns:a="http://schemas.openxmlformats.org/drawingml/2006/main">
            <a:pPr>
              <a:defRPr sz="1950" b="0">
                <a:solidFill>
                  <a:srgbClr val="20352E"/>
                </a:solidFill>
                <a:latin typeface="DM Sans"/>
                <a:ea typeface="DM Sans"/>
                <a:cs typeface="DM Sans"/>
              </a:defRPr>
            </a:pPr>
            <a:r>
              <a:rPr sz="1950" b="0">
                <a:solidFill>
                  <a:srgbClr val="20352E"/>
                </a:solidFill>
                <a:latin typeface="DM Sans"/>
                <a:ea typeface="DM Sans"/>
                <a:cs typeface="DM Sans"/>
              </a:rPr>
              <a:t>and a plain transcript summary.</a:t>
            </a:r>
          </a:p>
        </p:txBody>
      </p:sp>
      <p:sp>
        <p:nvSpPr>
          <p:cNvPr id="5" name="text-66">
            <a:extLst xmlns:a="http://schemas.openxmlformats.org/drawingml/2006/main">
              <a:ext uri="{FF2B5EF4-FFF2-40B4-BE49-F238E27FC236}">
                <a16:creationId xmlns:a16="http://schemas.microsoft.com/office/drawing/2014/main" id="{AABA1DB0-8361-468C-A385-3F0F961A3F17}"/>
              </a:ext>
            </a:extLst>
          </p:cNvPr>
          <p:cNvSpPr>
            <a:spLocks xmlns:a="http://schemas.openxmlformats.org/drawingml/2006/main" noGrp="1"/>
          </p:cNvSpPr>
          <p:nvPr/>
        </p:nvSpPr>
        <p:spPr>
          <a:xfrm xmlns:a="http://schemas.openxmlformats.org/drawingml/2006/main">
            <a:off x="6715125" y="150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6B7E72"/>
                </a:solidFill>
                <a:latin typeface="DM Sans"/>
                <a:ea typeface="DM Sans"/>
                <a:cs typeface="DM Sans"/>
              </a:defRPr>
            </a:defPPr>
            <a:lvl1pPr>
              <a:defRPr sz="1800" b="1">
                <a:solidFill>
                  <a:srgbClr val="6B7E72"/>
                </a:solidFill>
                <a:latin typeface="DM Sans"/>
                <a:ea typeface="DM Sans"/>
                <a:cs typeface="DM Sans"/>
              </a:defRPr>
            </a:lvl1pPr>
            <a:lvl2pPr>
              <a:defRPr sz="1800" b="1">
                <a:solidFill>
                  <a:srgbClr val="6B7E72"/>
                </a:solidFill>
                <a:latin typeface="DM Sans"/>
                <a:ea typeface="DM Sans"/>
                <a:cs typeface="DM Sans"/>
              </a:defRPr>
            </a:lvl2pPr>
            <a:lvl3pPr>
              <a:defRPr sz="1800" b="1">
                <a:solidFill>
                  <a:srgbClr val="6B7E72"/>
                </a:solidFill>
                <a:latin typeface="DM Sans"/>
                <a:ea typeface="DM Sans"/>
                <a:cs typeface="DM Sans"/>
              </a:defRPr>
            </a:lvl3pPr>
            <a:lvl4pPr>
              <a:defRPr sz="1800" b="1">
                <a:solidFill>
                  <a:srgbClr val="6B7E72"/>
                </a:solidFill>
                <a:latin typeface="DM Sans"/>
                <a:ea typeface="DM Sans"/>
                <a:cs typeface="DM Sans"/>
              </a:defRPr>
            </a:lvl4pPr>
            <a:lvl5pPr>
              <a:defRPr sz="1800" b="1">
                <a:solidFill>
                  <a:srgbClr val="6B7E72"/>
                </a:solidFill>
                <a:latin typeface="DM Sans"/>
                <a:ea typeface="DM Sans"/>
                <a:cs typeface="DM Sans"/>
              </a:defRPr>
            </a:lvl5pPr>
            <a:lvl6pPr>
              <a:defRPr sz="1800" b="1">
                <a:solidFill>
                  <a:srgbClr val="6B7E72"/>
                </a:solidFill>
                <a:latin typeface="DM Sans"/>
                <a:ea typeface="DM Sans"/>
                <a:cs typeface="DM Sans"/>
              </a:defRPr>
            </a:lvl6pPr>
            <a:lvl7pPr>
              <a:defRPr sz="1800" b="1">
                <a:solidFill>
                  <a:srgbClr val="6B7E72"/>
                </a:solidFill>
                <a:latin typeface="DM Sans"/>
                <a:ea typeface="DM Sans"/>
                <a:cs typeface="DM Sans"/>
              </a:defRPr>
            </a:lvl7pPr>
            <a:lvl8pPr>
              <a:defRPr sz="1800" b="1">
                <a:solidFill>
                  <a:srgbClr val="6B7E72"/>
                </a:solidFill>
                <a:latin typeface="DM Sans"/>
                <a:ea typeface="DM Sans"/>
                <a:cs typeface="DM Sans"/>
              </a:defRPr>
            </a:lvl8pPr>
            <a:lvl9pPr>
              <a:defRPr sz="1800" b="1">
                <a:solidFill>
                  <a:srgbClr val="6B7E72"/>
                </a:solidFill>
                <a:latin typeface="DM Sans"/>
                <a:ea typeface="DM Sans"/>
                <a:cs typeface="DM Sans"/>
              </a:defRPr>
            </a:lvl9pPr>
          </a:lstStyle>
          <a:p xmlns:a="http://schemas.openxmlformats.org/drawingml/2006/main">
            <a:pPr>
              <a:defRPr sz="1800" b="1">
                <a:solidFill>
                  <a:srgbClr val="6B7E72"/>
                </a:solidFill>
                <a:latin typeface="DM Sans"/>
                <a:ea typeface="DM Sans"/>
                <a:cs typeface="DM Sans"/>
              </a:defRPr>
            </a:pPr>
            <a:r>
              <a:rPr sz="1800" b="1">
                <a:solidFill>
                  <a:srgbClr val="6B7E72"/>
                </a:solidFill>
                <a:latin typeface="DM Sans"/>
                <a:ea typeface="DM Sans"/>
                <a:cs typeface="DM Sans"/>
              </a:rPr>
              <a:t>Measure</a:t>
            </a:r>
          </a:p>
        </p:txBody>
      </p:sp>
      <p:sp>
        <p:nvSpPr>
          <p:cNvPr id="6" name="text-67">
            <a:extLst xmlns:a="http://schemas.openxmlformats.org/drawingml/2006/main">
              <a:ext uri="{FF2B5EF4-FFF2-40B4-BE49-F238E27FC236}">
                <a16:creationId xmlns:a16="http://schemas.microsoft.com/office/drawing/2014/main" id="{3EFA182E-38E9-49CF-8D92-00908FBB72B9}"/>
              </a:ext>
            </a:extLst>
          </p:cNvPr>
          <p:cNvSpPr>
            <a:spLocks xmlns:a="http://schemas.openxmlformats.org/drawingml/2006/main" noGrp="1"/>
          </p:cNvSpPr>
          <p:nvPr/>
        </p:nvSpPr>
        <p:spPr>
          <a:xfrm xmlns:a="http://schemas.openxmlformats.org/drawingml/2006/main">
            <a:off x="6715125" y="2066925"/>
            <a:ext cx="4762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83D31"/>
                </a:solidFill>
                <a:latin typeface="Manrope"/>
                <a:ea typeface="Manrope"/>
                <a:cs typeface="Manrope"/>
              </a:defRPr>
            </a:defPPr>
            <a:lvl1pPr>
              <a:defRPr sz="2325" b="1">
                <a:solidFill>
                  <a:srgbClr val="183D31"/>
                </a:solidFill>
                <a:latin typeface="Manrope"/>
                <a:ea typeface="Manrope"/>
                <a:cs typeface="Manrope"/>
              </a:defRPr>
            </a:lvl1pPr>
            <a:lvl2pPr>
              <a:defRPr sz="2325" b="1">
                <a:solidFill>
                  <a:srgbClr val="183D31"/>
                </a:solidFill>
                <a:latin typeface="Manrope"/>
                <a:ea typeface="Manrope"/>
                <a:cs typeface="Manrope"/>
              </a:defRPr>
            </a:lvl2pPr>
            <a:lvl3pPr>
              <a:defRPr sz="2325" b="1">
                <a:solidFill>
                  <a:srgbClr val="183D31"/>
                </a:solidFill>
                <a:latin typeface="Manrope"/>
                <a:ea typeface="Manrope"/>
                <a:cs typeface="Manrope"/>
              </a:defRPr>
            </a:lvl3pPr>
            <a:lvl4pPr>
              <a:defRPr sz="2325" b="1">
                <a:solidFill>
                  <a:srgbClr val="183D31"/>
                </a:solidFill>
                <a:latin typeface="Manrope"/>
                <a:ea typeface="Manrope"/>
                <a:cs typeface="Manrope"/>
              </a:defRPr>
            </a:lvl4pPr>
            <a:lvl5pPr>
              <a:defRPr sz="2325" b="1">
                <a:solidFill>
                  <a:srgbClr val="183D31"/>
                </a:solidFill>
                <a:latin typeface="Manrope"/>
                <a:ea typeface="Manrope"/>
                <a:cs typeface="Manrope"/>
              </a:defRPr>
            </a:lvl5pPr>
            <a:lvl6pPr>
              <a:defRPr sz="2325" b="1">
                <a:solidFill>
                  <a:srgbClr val="183D31"/>
                </a:solidFill>
                <a:latin typeface="Manrope"/>
                <a:ea typeface="Manrope"/>
                <a:cs typeface="Manrope"/>
              </a:defRPr>
            </a:lvl6pPr>
            <a:lvl7pPr>
              <a:defRPr sz="2325" b="1">
                <a:solidFill>
                  <a:srgbClr val="183D31"/>
                </a:solidFill>
                <a:latin typeface="Manrope"/>
                <a:ea typeface="Manrope"/>
                <a:cs typeface="Manrope"/>
              </a:defRPr>
            </a:lvl7pPr>
            <a:lvl8pPr>
              <a:defRPr sz="2325" b="1">
                <a:solidFill>
                  <a:srgbClr val="183D31"/>
                </a:solidFill>
                <a:latin typeface="Manrope"/>
                <a:ea typeface="Manrope"/>
                <a:cs typeface="Manrope"/>
              </a:defRPr>
            </a:lvl8pPr>
            <a:lvl9pPr>
              <a:defRPr sz="2325" b="1">
                <a:solidFill>
                  <a:srgbClr val="183D31"/>
                </a:solidFill>
                <a:latin typeface="Manrope"/>
                <a:ea typeface="Manrope"/>
                <a:cs typeface="Manrope"/>
              </a:defRPr>
            </a:lvl9pPr>
          </a:lstStyle>
          <a:p xmlns:a="http://schemas.openxmlformats.org/drawingml/2006/main">
            <a:pPr>
              <a:defRPr sz="2325" b="1">
                <a:solidFill>
                  <a:srgbClr val="183D31"/>
                </a:solidFill>
                <a:latin typeface="Manrope"/>
                <a:ea typeface="Manrope"/>
                <a:cs typeface="Manrope"/>
              </a:defRPr>
            </a:pPr>
            <a:r>
              <a:rPr sz="2325" b="1">
                <a:solidFill>
                  <a:srgbClr val="183D31"/>
                </a:solidFill>
                <a:latin typeface="Manrope"/>
                <a:ea typeface="Manrope"/>
                <a:cs typeface="Manrope"/>
              </a:rPr>
              <a:t>Completion time</a:t>
            </a:r>
          </a:p>
          <a:p xmlns:a="http://schemas.openxmlformats.org/drawingml/2006/main">
            <a:pPr>
              <a:defRPr sz="2325" b="1">
                <a:solidFill>
                  <a:srgbClr val="183D31"/>
                </a:solidFill>
                <a:latin typeface="Manrope"/>
                <a:ea typeface="Manrope"/>
                <a:cs typeface="Manrope"/>
              </a:defRPr>
            </a:pPr>
            <a:r>
              <a:rPr sz="2325" b="1">
                <a:solidFill>
                  <a:srgbClr val="183D31"/>
                </a:solidFill>
                <a:latin typeface="Manrope"/>
                <a:ea typeface="Manrope"/>
                <a:cs typeface="Manrope"/>
              </a:rPr>
              <a:t>Supervisor corrections</a:t>
            </a:r>
          </a:p>
          <a:p xmlns:a="http://schemas.openxmlformats.org/drawingml/2006/main">
            <a:pPr>
              <a:defRPr sz="2325" b="1">
                <a:solidFill>
                  <a:srgbClr val="183D31"/>
                </a:solidFill>
                <a:latin typeface="Manrope"/>
                <a:ea typeface="Manrope"/>
                <a:cs typeface="Manrope"/>
              </a:defRPr>
            </a:pPr>
            <a:r>
              <a:rPr sz="2325" b="1">
                <a:solidFill>
                  <a:srgbClr val="183D31"/>
                </a:solidFill>
                <a:latin typeface="Manrope"/>
                <a:ea typeface="Manrope"/>
                <a:cs typeface="Manrope"/>
              </a:rPr>
              <a:t>False-ready records</a:t>
            </a:r>
          </a:p>
        </p:txBody>
      </p:sp>
      <p:sp>
        <p:nvSpPr>
          <p:cNvPr id="7" name="text-68">
            <a:extLst xmlns:a="http://schemas.openxmlformats.org/drawingml/2006/main">
              <a:ext uri="{FF2B5EF4-FFF2-40B4-BE49-F238E27FC236}">
                <a16:creationId xmlns:a16="http://schemas.microsoft.com/office/drawing/2014/main" id="{DEF8FE8D-A8CC-4473-9BC5-A597C01362D8}"/>
              </a:ext>
            </a:extLst>
          </p:cNvPr>
          <p:cNvSpPr>
            <a:spLocks xmlns:a="http://schemas.openxmlformats.org/drawingml/2006/main" noGrp="1"/>
          </p:cNvSpPr>
          <p:nvPr/>
        </p:nvSpPr>
        <p:spPr>
          <a:xfrm xmlns:a="http://schemas.openxmlformats.org/drawingml/2006/main">
            <a:off x="6715125" y="412432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6B7E72"/>
                </a:solidFill>
                <a:latin typeface="DM Sans"/>
                <a:ea typeface="DM Sans"/>
                <a:cs typeface="DM Sans"/>
              </a:defRPr>
            </a:defPPr>
            <a:lvl1pPr>
              <a:defRPr sz="1725" b="1">
                <a:solidFill>
                  <a:srgbClr val="6B7E72"/>
                </a:solidFill>
                <a:latin typeface="DM Sans"/>
                <a:ea typeface="DM Sans"/>
                <a:cs typeface="DM Sans"/>
              </a:defRPr>
            </a:lvl1pPr>
            <a:lvl2pPr>
              <a:defRPr sz="1725" b="1">
                <a:solidFill>
                  <a:srgbClr val="6B7E72"/>
                </a:solidFill>
                <a:latin typeface="DM Sans"/>
                <a:ea typeface="DM Sans"/>
                <a:cs typeface="DM Sans"/>
              </a:defRPr>
            </a:lvl2pPr>
            <a:lvl3pPr>
              <a:defRPr sz="1725" b="1">
                <a:solidFill>
                  <a:srgbClr val="6B7E72"/>
                </a:solidFill>
                <a:latin typeface="DM Sans"/>
                <a:ea typeface="DM Sans"/>
                <a:cs typeface="DM Sans"/>
              </a:defRPr>
            </a:lvl3pPr>
            <a:lvl4pPr>
              <a:defRPr sz="1725" b="1">
                <a:solidFill>
                  <a:srgbClr val="6B7E72"/>
                </a:solidFill>
                <a:latin typeface="DM Sans"/>
                <a:ea typeface="DM Sans"/>
                <a:cs typeface="DM Sans"/>
              </a:defRPr>
            </a:lvl4pPr>
            <a:lvl5pPr>
              <a:defRPr sz="1725" b="1">
                <a:solidFill>
                  <a:srgbClr val="6B7E72"/>
                </a:solidFill>
                <a:latin typeface="DM Sans"/>
                <a:ea typeface="DM Sans"/>
                <a:cs typeface="DM Sans"/>
              </a:defRPr>
            </a:lvl5pPr>
            <a:lvl6pPr>
              <a:defRPr sz="1725" b="1">
                <a:solidFill>
                  <a:srgbClr val="6B7E72"/>
                </a:solidFill>
                <a:latin typeface="DM Sans"/>
                <a:ea typeface="DM Sans"/>
                <a:cs typeface="DM Sans"/>
              </a:defRPr>
            </a:lvl6pPr>
            <a:lvl7pPr>
              <a:defRPr sz="1725" b="1">
                <a:solidFill>
                  <a:srgbClr val="6B7E72"/>
                </a:solidFill>
                <a:latin typeface="DM Sans"/>
                <a:ea typeface="DM Sans"/>
                <a:cs typeface="DM Sans"/>
              </a:defRPr>
            </a:lvl7pPr>
            <a:lvl8pPr>
              <a:defRPr sz="1725" b="1">
                <a:solidFill>
                  <a:srgbClr val="6B7E72"/>
                </a:solidFill>
                <a:latin typeface="DM Sans"/>
                <a:ea typeface="DM Sans"/>
                <a:cs typeface="DM Sans"/>
              </a:defRPr>
            </a:lvl8pPr>
            <a:lvl9pPr>
              <a:defRPr sz="1725" b="1">
                <a:solidFill>
                  <a:srgbClr val="6B7E72"/>
                </a:solidFill>
                <a:latin typeface="DM Sans"/>
                <a:ea typeface="DM Sans"/>
                <a:cs typeface="DM Sans"/>
              </a:defRPr>
            </a:lvl9pPr>
          </a:lstStyle>
          <a:p xmlns:a="http://schemas.openxmlformats.org/drawingml/2006/main">
            <a:pPr>
              <a:defRPr sz="1725" b="1">
                <a:solidFill>
                  <a:srgbClr val="6B7E72"/>
                </a:solidFill>
                <a:latin typeface="DM Sans"/>
                <a:ea typeface="DM Sans"/>
                <a:cs typeface="DM Sans"/>
              </a:defRPr>
            </a:pPr>
            <a:r>
              <a:rPr sz="1725" b="1">
                <a:solidFill>
                  <a:srgbClr val="6B7E72"/>
                </a:solidFill>
                <a:latin typeface="DM Sans"/>
                <a:ea typeface="DM Sans"/>
                <a:cs typeface="DM Sans"/>
              </a:rPr>
              <a:t>Pricing hypothesis</a:t>
            </a:r>
          </a:p>
        </p:txBody>
      </p:sp>
      <p:sp>
        <p:nvSpPr>
          <p:cNvPr id="8" name="text-69">
            <a:extLst xmlns:a="http://schemas.openxmlformats.org/drawingml/2006/main">
              <a:ext uri="{FF2B5EF4-FFF2-40B4-BE49-F238E27FC236}">
                <a16:creationId xmlns:a16="http://schemas.microsoft.com/office/drawing/2014/main" id="{E34102DD-A782-4316-9653-559707AE2B4A}"/>
              </a:ext>
            </a:extLst>
          </p:cNvPr>
          <p:cNvSpPr>
            <a:spLocks xmlns:a="http://schemas.openxmlformats.org/drawingml/2006/main" noGrp="1"/>
          </p:cNvSpPr>
          <p:nvPr/>
        </p:nvSpPr>
        <p:spPr>
          <a:xfrm xmlns:a="http://schemas.openxmlformats.org/drawingml/2006/main">
            <a:off x="6715125" y="4619625"/>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83D31"/>
                </a:solidFill>
                <a:latin typeface="Manrope"/>
                <a:ea typeface="Manrope"/>
                <a:cs typeface="Manrope"/>
              </a:defRPr>
            </a:defPPr>
            <a:lvl1pPr>
              <a:defRPr sz="2400" b="1">
                <a:solidFill>
                  <a:srgbClr val="183D31"/>
                </a:solidFill>
                <a:latin typeface="Manrope"/>
                <a:ea typeface="Manrope"/>
                <a:cs typeface="Manrope"/>
              </a:defRPr>
            </a:lvl1pPr>
            <a:lvl2pPr>
              <a:defRPr sz="2400" b="1">
                <a:solidFill>
                  <a:srgbClr val="183D31"/>
                </a:solidFill>
                <a:latin typeface="Manrope"/>
                <a:ea typeface="Manrope"/>
                <a:cs typeface="Manrope"/>
              </a:defRPr>
            </a:lvl2pPr>
            <a:lvl3pPr>
              <a:defRPr sz="2400" b="1">
                <a:solidFill>
                  <a:srgbClr val="183D31"/>
                </a:solidFill>
                <a:latin typeface="Manrope"/>
                <a:ea typeface="Manrope"/>
                <a:cs typeface="Manrope"/>
              </a:defRPr>
            </a:lvl3pPr>
            <a:lvl4pPr>
              <a:defRPr sz="2400" b="1">
                <a:solidFill>
                  <a:srgbClr val="183D31"/>
                </a:solidFill>
                <a:latin typeface="Manrope"/>
                <a:ea typeface="Manrope"/>
                <a:cs typeface="Manrope"/>
              </a:defRPr>
            </a:lvl4pPr>
            <a:lvl5pPr>
              <a:defRPr sz="2400" b="1">
                <a:solidFill>
                  <a:srgbClr val="183D31"/>
                </a:solidFill>
                <a:latin typeface="Manrope"/>
                <a:ea typeface="Manrope"/>
                <a:cs typeface="Manrope"/>
              </a:defRPr>
            </a:lvl5pPr>
            <a:lvl6pPr>
              <a:defRPr sz="2400" b="1">
                <a:solidFill>
                  <a:srgbClr val="183D31"/>
                </a:solidFill>
                <a:latin typeface="Manrope"/>
                <a:ea typeface="Manrope"/>
                <a:cs typeface="Manrope"/>
              </a:defRPr>
            </a:lvl6pPr>
            <a:lvl7pPr>
              <a:defRPr sz="2400" b="1">
                <a:solidFill>
                  <a:srgbClr val="183D31"/>
                </a:solidFill>
                <a:latin typeface="Manrope"/>
                <a:ea typeface="Manrope"/>
                <a:cs typeface="Manrope"/>
              </a:defRPr>
            </a:lvl7pPr>
            <a:lvl8pPr>
              <a:defRPr sz="2400" b="1">
                <a:solidFill>
                  <a:srgbClr val="183D31"/>
                </a:solidFill>
                <a:latin typeface="Manrope"/>
                <a:ea typeface="Manrope"/>
                <a:cs typeface="Manrope"/>
              </a:defRPr>
            </a:lvl8pPr>
            <a:lvl9pPr>
              <a:defRPr sz="2400" b="1">
                <a:solidFill>
                  <a:srgbClr val="183D31"/>
                </a:solidFill>
                <a:latin typeface="Manrope"/>
                <a:ea typeface="Manrope"/>
                <a:cs typeface="Manrope"/>
              </a:defRPr>
            </a:lvl9pPr>
          </a:lstStyle>
          <a:p xmlns:a="http://schemas.openxmlformats.org/drawingml/2006/main">
            <a:pPr>
              <a:defRPr sz="2400" b="1">
                <a:solidFill>
                  <a:srgbClr val="183D31"/>
                </a:solidFill>
                <a:latin typeface="Manrope"/>
                <a:ea typeface="Manrope"/>
                <a:cs typeface="Manrope"/>
              </a:defRPr>
            </a:pPr>
            <a:r>
              <a:rPr sz="2400" b="1">
                <a:solidFill>
                  <a:srgbClr val="183D31"/>
                </a:solidFill>
                <a:latin typeface="Manrope"/>
                <a:ea typeface="Manrope"/>
                <a:cs typeface="Manrope"/>
              </a:rPr>
              <a:t>₹3,000 / team / month</a:t>
            </a:r>
          </a:p>
          <a:p xmlns:a="http://schemas.openxmlformats.org/drawingml/2006/main">
            <a:pPr>
              <a:defRPr sz="2400" b="1">
                <a:solidFill>
                  <a:srgbClr val="183D31"/>
                </a:solidFill>
                <a:latin typeface="Manrope"/>
                <a:ea typeface="Manrope"/>
                <a:cs typeface="Manrope"/>
              </a:defRPr>
            </a:pPr>
            <a:r>
              <a:rPr sz="2400" b="1">
                <a:solidFill>
                  <a:srgbClr val="183D31"/>
                </a:solidFill>
                <a:latin typeface="Manrope"/>
                <a:ea typeface="Manrope"/>
                <a:cs typeface="Manrope"/>
              </a:rPr>
              <a:t>plus usage</a:t>
            </a:r>
          </a:p>
        </p:txBody>
      </p:sp>
      <p:sp>
        <p:nvSpPr>
          <p:cNvPr id="9" name="text-70">
            <a:extLst xmlns:a="http://schemas.openxmlformats.org/drawingml/2006/main">
              <a:ext uri="{FF2B5EF4-FFF2-40B4-BE49-F238E27FC236}">
                <a16:creationId xmlns:a16="http://schemas.microsoft.com/office/drawing/2014/main" id="{DCC82638-BD1F-4E1F-BF17-8975C99ED486}"/>
              </a:ext>
            </a:extLst>
          </p:cNvPr>
          <p:cNvSpPr>
            <a:spLocks xmlns:a="http://schemas.openxmlformats.org/drawingml/2006/main" noGrp="1"/>
          </p:cNvSpPr>
          <p:nvPr/>
        </p:nvSpPr>
        <p:spPr>
          <a:xfrm xmlns:a="http://schemas.openxmlformats.org/drawingml/2006/main">
            <a:off x="609600" y="63722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6B7E72"/>
                </a:solidFill>
                <a:latin typeface="DM Sans"/>
                <a:ea typeface="DM Sans"/>
                <a:cs typeface="DM Sans"/>
              </a:defRPr>
            </a:defPPr>
            <a:lvl1pPr>
              <a:defRPr sz="975" b="0">
                <a:solidFill>
                  <a:srgbClr val="6B7E72"/>
                </a:solidFill>
                <a:latin typeface="DM Sans"/>
                <a:ea typeface="DM Sans"/>
                <a:cs typeface="DM Sans"/>
              </a:defRPr>
            </a:lvl1pPr>
            <a:lvl2pPr>
              <a:defRPr sz="975" b="0">
                <a:solidFill>
                  <a:srgbClr val="6B7E72"/>
                </a:solidFill>
                <a:latin typeface="DM Sans"/>
                <a:ea typeface="DM Sans"/>
                <a:cs typeface="DM Sans"/>
              </a:defRPr>
            </a:lvl2pPr>
            <a:lvl3pPr>
              <a:defRPr sz="975" b="0">
                <a:solidFill>
                  <a:srgbClr val="6B7E72"/>
                </a:solidFill>
                <a:latin typeface="DM Sans"/>
                <a:ea typeface="DM Sans"/>
                <a:cs typeface="DM Sans"/>
              </a:defRPr>
            </a:lvl3pPr>
            <a:lvl4pPr>
              <a:defRPr sz="975" b="0">
                <a:solidFill>
                  <a:srgbClr val="6B7E72"/>
                </a:solidFill>
                <a:latin typeface="DM Sans"/>
                <a:ea typeface="DM Sans"/>
                <a:cs typeface="DM Sans"/>
              </a:defRPr>
            </a:lvl4pPr>
            <a:lvl5pPr>
              <a:defRPr sz="975" b="0">
                <a:solidFill>
                  <a:srgbClr val="6B7E72"/>
                </a:solidFill>
                <a:latin typeface="DM Sans"/>
                <a:ea typeface="DM Sans"/>
                <a:cs typeface="DM Sans"/>
              </a:defRPr>
            </a:lvl5pPr>
            <a:lvl6pPr>
              <a:defRPr sz="975" b="0">
                <a:solidFill>
                  <a:srgbClr val="6B7E72"/>
                </a:solidFill>
                <a:latin typeface="DM Sans"/>
                <a:ea typeface="DM Sans"/>
                <a:cs typeface="DM Sans"/>
              </a:defRPr>
            </a:lvl6pPr>
            <a:lvl7pPr>
              <a:defRPr sz="975" b="0">
                <a:solidFill>
                  <a:srgbClr val="6B7E72"/>
                </a:solidFill>
                <a:latin typeface="DM Sans"/>
                <a:ea typeface="DM Sans"/>
                <a:cs typeface="DM Sans"/>
              </a:defRPr>
            </a:lvl7pPr>
            <a:lvl8pPr>
              <a:defRPr sz="975" b="0">
                <a:solidFill>
                  <a:srgbClr val="6B7E72"/>
                </a:solidFill>
                <a:latin typeface="DM Sans"/>
                <a:ea typeface="DM Sans"/>
                <a:cs typeface="DM Sans"/>
              </a:defRPr>
            </a:lvl8pPr>
            <a:lvl9pPr>
              <a:defRPr sz="975" b="0">
                <a:solidFill>
                  <a:srgbClr val="6B7E72"/>
                </a:solidFill>
                <a:latin typeface="DM Sans"/>
                <a:ea typeface="DM Sans"/>
                <a:cs typeface="DM Sans"/>
              </a:defRPr>
            </a:lvl9pPr>
          </a:lstStyle>
          <a:p xmlns:a="http://schemas.openxmlformats.org/drawingml/2006/main">
            <a:pPr>
              <a:defRPr sz="975" b="0">
                <a:solidFill>
                  <a:srgbClr val="6B7E72"/>
                </a:solidFill>
                <a:latin typeface="DM Sans"/>
                <a:ea typeface="DM Sans"/>
                <a:cs typeface="DM Sans"/>
              </a:defRPr>
            </a:pPr>
            <a:r>
              <a:rPr sz="975" b="0">
                <a:solidFill>
                  <a:srgbClr val="6B7E72"/>
                </a:solidFill>
                <a:latin typeface="DM Sans"/>
                <a:ea typeface="DM Sans"/>
                <a:cs typeface="DM Sans"/>
              </a:rPr>
              <a:t>github.com/Pradhyut21/suryaledger     Pilot and pricing are hypotheses. No adoption or measured savings claimed.</a:t>
            </a:r>
          </a:p>
        </p:txBody>
      </p:sp>
      <p:sp>
        <p:nvSpPr>
          <p:cNvPr id="10" name="text-71">
            <a:extLst xmlns:a="http://schemas.openxmlformats.org/drawingml/2006/main">
              <a:ext uri="{FF2B5EF4-FFF2-40B4-BE49-F238E27FC236}">
                <a16:creationId xmlns:a16="http://schemas.microsoft.com/office/drawing/2014/main" id="{67C087DB-D5DB-4C21-992F-664A67405EB5}"/>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B7E72"/>
                </a:solidFill>
                <a:latin typeface="DM Sans"/>
                <a:ea typeface="DM Sans"/>
                <a:cs typeface="DM Sans"/>
              </a:defRPr>
            </a:defPPr>
            <a:lvl1pPr>
              <a:defRPr sz="1050" b="0">
                <a:solidFill>
                  <a:srgbClr val="6B7E72"/>
                </a:solidFill>
                <a:latin typeface="DM Sans"/>
                <a:ea typeface="DM Sans"/>
                <a:cs typeface="DM Sans"/>
              </a:defRPr>
            </a:lvl1pPr>
            <a:lvl2pPr>
              <a:defRPr sz="1050" b="0">
                <a:solidFill>
                  <a:srgbClr val="6B7E72"/>
                </a:solidFill>
                <a:latin typeface="DM Sans"/>
                <a:ea typeface="DM Sans"/>
                <a:cs typeface="DM Sans"/>
              </a:defRPr>
            </a:lvl2pPr>
            <a:lvl3pPr>
              <a:defRPr sz="1050" b="0">
                <a:solidFill>
                  <a:srgbClr val="6B7E72"/>
                </a:solidFill>
                <a:latin typeface="DM Sans"/>
                <a:ea typeface="DM Sans"/>
                <a:cs typeface="DM Sans"/>
              </a:defRPr>
            </a:lvl3pPr>
            <a:lvl4pPr>
              <a:defRPr sz="1050" b="0">
                <a:solidFill>
                  <a:srgbClr val="6B7E72"/>
                </a:solidFill>
                <a:latin typeface="DM Sans"/>
                <a:ea typeface="DM Sans"/>
                <a:cs typeface="DM Sans"/>
              </a:defRPr>
            </a:lvl4pPr>
            <a:lvl5pPr>
              <a:defRPr sz="1050" b="0">
                <a:solidFill>
                  <a:srgbClr val="6B7E72"/>
                </a:solidFill>
                <a:latin typeface="DM Sans"/>
                <a:ea typeface="DM Sans"/>
                <a:cs typeface="DM Sans"/>
              </a:defRPr>
            </a:lvl5pPr>
            <a:lvl6pPr>
              <a:defRPr sz="1050" b="0">
                <a:solidFill>
                  <a:srgbClr val="6B7E72"/>
                </a:solidFill>
                <a:latin typeface="DM Sans"/>
                <a:ea typeface="DM Sans"/>
                <a:cs typeface="DM Sans"/>
              </a:defRPr>
            </a:lvl6pPr>
            <a:lvl7pPr>
              <a:defRPr sz="1050" b="0">
                <a:solidFill>
                  <a:srgbClr val="6B7E72"/>
                </a:solidFill>
                <a:latin typeface="DM Sans"/>
                <a:ea typeface="DM Sans"/>
                <a:cs typeface="DM Sans"/>
              </a:defRPr>
            </a:lvl7pPr>
            <a:lvl8pPr>
              <a:defRPr sz="1050" b="0">
                <a:solidFill>
                  <a:srgbClr val="6B7E72"/>
                </a:solidFill>
                <a:latin typeface="DM Sans"/>
                <a:ea typeface="DM Sans"/>
                <a:cs typeface="DM Sans"/>
              </a:defRPr>
            </a:lvl8pPr>
            <a:lvl9pPr>
              <a:defRPr sz="1050" b="0">
                <a:solidFill>
                  <a:srgbClr val="6B7E72"/>
                </a:solidFill>
                <a:latin typeface="DM Sans"/>
                <a:ea typeface="DM Sans"/>
                <a:cs typeface="DM Sans"/>
              </a:defRPr>
            </a:lvl9pPr>
          </a:lstStyle>
          <a:p xmlns:a="http://schemas.openxmlformats.org/drawingml/2006/main">
            <a:pPr>
              <a:defRPr sz="1050" b="0">
                <a:solidFill>
                  <a:srgbClr val="6B7E72"/>
                </a:solidFill>
                <a:latin typeface="DM Sans"/>
                <a:ea typeface="DM Sans"/>
                <a:cs typeface="DM Sans"/>
              </a:defRPr>
            </a:pPr>
            <a:r>
              <a:rPr sz="1050" b="0">
                <a:solidFill>
                  <a:srgbClr val="6B7E72"/>
                </a:solidFill>
                <a:latin typeface="DM Sans"/>
                <a:ea typeface="DM Sans"/>
                <a:cs typeface="DM Sans"/>
              </a:rPr>
              <a:t>07</a:t>
            </a:r>
          </a:p>
        </p:txBody>
      </p:sp>
    </p:spTree>
    <p:extLst>
      <p:ext uri="{BB962C8B-B14F-4D97-AF65-F5344CB8AC3E}">
        <p14:creationId xmlns:p14="http://schemas.microsoft.com/office/powerpoint/2010/main" val="16309554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2026-10-22T02:18:10.2070000Z</dcterms:created>
  <dcterms:modified xsi:type="dcterms:W3CDTF">2026-10-22T02:18:10.2080000Z</dcterms:modified>
</coreProperties>
</file>